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AEDF4C-0C5B-6D42-89A7-EAF9CE7F1BAF}" v="2" dt="2026-01-13T13:37:54.1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7"/>
    <p:restoredTop sz="94658"/>
  </p:normalViewPr>
  <p:slideViewPr>
    <p:cSldViewPr snapToGrid="0">
      <p:cViewPr varScale="1">
        <p:scale>
          <a:sx n="120" d="100"/>
          <a:sy n="120" d="100"/>
        </p:scale>
        <p:origin x="6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mma Philamore" userId="db50e2f3-17b2-4cc0-b719-fb6254d3e9df" providerId="ADAL" clId="{35C0B9A2-A60C-57EC-AD9B-630767BE11FE}"/>
    <pc:docChg chg="undo custSel delSld modSld">
      <pc:chgData name="Hemma Philamore" userId="db50e2f3-17b2-4cc0-b719-fb6254d3e9df" providerId="ADAL" clId="{35C0B9A2-A60C-57EC-AD9B-630767BE11FE}" dt="2026-01-13T13:40:29.225" v="548" actId="2696"/>
      <pc:docMkLst>
        <pc:docMk/>
      </pc:docMkLst>
      <pc:sldChg chg="modSp del mod">
        <pc:chgData name="Hemma Philamore" userId="db50e2f3-17b2-4cc0-b719-fb6254d3e9df" providerId="ADAL" clId="{35C0B9A2-A60C-57EC-AD9B-630767BE11FE}" dt="2026-01-13T13:40:27.132" v="545" actId="2696"/>
        <pc:sldMkLst>
          <pc:docMk/>
          <pc:sldMk cId="386057095" sldId="256"/>
        </pc:sldMkLst>
        <pc:spChg chg="mod">
          <ac:chgData name="Hemma Philamore" userId="db50e2f3-17b2-4cc0-b719-fb6254d3e9df" providerId="ADAL" clId="{35C0B9A2-A60C-57EC-AD9B-630767BE11FE}" dt="2026-01-13T13:22:31.890" v="1" actId="20577"/>
          <ac:spMkLst>
            <pc:docMk/>
            <pc:sldMk cId="386057095" sldId="256"/>
            <ac:spMk id="3" creationId="{03A3551D-7CA3-5AB0-39EF-198932E5476C}"/>
          </ac:spMkLst>
        </pc:spChg>
      </pc:sldChg>
      <pc:sldChg chg="modSp mod">
        <pc:chgData name="Hemma Philamore" userId="db50e2f3-17b2-4cc0-b719-fb6254d3e9df" providerId="ADAL" clId="{35C0B9A2-A60C-57EC-AD9B-630767BE11FE}" dt="2026-01-13T13:40:20.438" v="544" actId="6549"/>
        <pc:sldMkLst>
          <pc:docMk/>
          <pc:sldMk cId="2487737980" sldId="257"/>
        </pc:sldMkLst>
        <pc:spChg chg="mod">
          <ac:chgData name="Hemma Philamore" userId="db50e2f3-17b2-4cc0-b719-fb6254d3e9df" providerId="ADAL" clId="{35C0B9A2-A60C-57EC-AD9B-630767BE11FE}" dt="2026-01-13T13:22:47.006" v="3"/>
          <ac:spMkLst>
            <pc:docMk/>
            <pc:sldMk cId="2487737980" sldId="257"/>
            <ac:spMk id="2" creationId="{3C795246-6DE1-47B0-39B8-01D6CB18832F}"/>
          </ac:spMkLst>
        </pc:spChg>
        <pc:spChg chg="mod">
          <ac:chgData name="Hemma Philamore" userId="db50e2f3-17b2-4cc0-b719-fb6254d3e9df" providerId="ADAL" clId="{35C0B9A2-A60C-57EC-AD9B-630767BE11FE}" dt="2026-01-13T13:40:20.438" v="544" actId="6549"/>
          <ac:spMkLst>
            <pc:docMk/>
            <pc:sldMk cId="2487737980" sldId="257"/>
            <ac:spMk id="3" creationId="{21FA5A27-0203-3CE4-6F54-5B417162A7E6}"/>
          </ac:spMkLst>
        </pc:spChg>
      </pc:sldChg>
      <pc:sldChg chg="del">
        <pc:chgData name="Hemma Philamore" userId="db50e2f3-17b2-4cc0-b719-fb6254d3e9df" providerId="ADAL" clId="{35C0B9A2-A60C-57EC-AD9B-630767BE11FE}" dt="2026-01-13T13:40:28.116" v="546" actId="2696"/>
        <pc:sldMkLst>
          <pc:docMk/>
          <pc:sldMk cId="891917443" sldId="258"/>
        </pc:sldMkLst>
      </pc:sldChg>
      <pc:sldChg chg="del">
        <pc:chgData name="Hemma Philamore" userId="db50e2f3-17b2-4cc0-b719-fb6254d3e9df" providerId="ADAL" clId="{35C0B9A2-A60C-57EC-AD9B-630767BE11FE}" dt="2026-01-13T13:40:29.225" v="548" actId="2696"/>
        <pc:sldMkLst>
          <pc:docMk/>
          <pc:sldMk cId="4141873657" sldId="259"/>
        </pc:sldMkLst>
      </pc:sldChg>
      <pc:sldChg chg="del">
        <pc:chgData name="Hemma Philamore" userId="db50e2f3-17b2-4cc0-b719-fb6254d3e9df" providerId="ADAL" clId="{35C0B9A2-A60C-57EC-AD9B-630767BE11FE}" dt="2026-01-13T13:40:28.802" v="547" actId="2696"/>
        <pc:sldMkLst>
          <pc:docMk/>
          <pc:sldMk cId="2185035827" sldId="26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A58B1-DB04-4C0D-6467-B45722ABFA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831EBC-254E-1FED-500B-6C44206813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823A70-0017-4B49-0A4C-7BDD8DF79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10A3-DE19-134E-BCD6-CB10F3183C39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235AB9-1EFB-D7A7-C301-506DB66EE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19C4A-9415-502B-95AF-1BB7F0DBE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C5624-A41A-474C-A97F-6383F94D6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083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089D2-FAF0-9012-7559-10D5F22BC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82FA9-9E22-B9E6-966E-6E903C5574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94A27-0409-7826-EC8B-123227DD5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10A3-DE19-134E-BCD6-CB10F3183C39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1791A1-3835-9AD0-295D-7B64115BC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343BA-8B5A-D991-691B-B4FC81539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C5624-A41A-474C-A97F-6383F94D6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278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9F75E-6C4E-CBD4-ECAC-40642C143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889659-9A0C-99D7-9FF7-841148BE6A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A45871-CDCA-399D-D74E-4ADA2E939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10A3-DE19-134E-BCD6-CB10F3183C39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726EC-ADCD-B0C2-AF13-20061DB2E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82BAEB-1565-EEFB-22A1-07B2DB258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C5624-A41A-474C-A97F-6383F94D6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285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41CCA-A12B-8ACC-5B8A-DDBA09246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70396-8932-96B7-D83E-7FA79D927F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7C107B-6987-3140-EDBD-B3CF35065B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A78773-E1C2-90D4-E015-187830AD4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10A3-DE19-134E-BCD6-CB10F3183C39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BDD421-01A2-DCA5-2C5F-245F85A32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4A8CC2-4F50-6E3E-BCE1-BC135D922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C5624-A41A-474C-A97F-6383F94D6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811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443CE-D3F0-89F6-509D-79C24EFB0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A54F6-C35D-7A70-85D9-E5D6A34E4F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9FDA48-55D5-8C8C-6E79-79E8CA4572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4F1575-721D-6A97-8BFC-AC8FFE4EA8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19026E-9880-48F7-F8EF-EA19BB5BC8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D2527B-60A0-4291-F144-00A337E77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10A3-DE19-134E-BCD6-CB10F3183C39}" type="datetimeFigureOut">
              <a:rPr lang="en-US" smtClean="0"/>
              <a:t>1/13/26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8AE562-E22D-3E7E-C8A5-891C91821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B3AE2D-FC0E-55CC-A641-46889A774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C5624-A41A-474C-A97F-6383F94D6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885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186D-B69C-1F03-179A-2E4BB4E11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2A5F34-A07E-32E8-DDF7-8C4C8D04A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10A3-DE19-134E-BCD6-CB10F3183C39}" type="datetimeFigureOut">
              <a:rPr lang="en-US" smtClean="0"/>
              <a:t>1/13/26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FB442F-0A14-9021-3AFA-FDFAEC223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5E24B2-801F-7FF3-D81B-F053DD923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C5624-A41A-474C-A97F-6383F94D6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03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EFFBA5-D194-622C-7AFF-550EB08A7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10A3-DE19-134E-BCD6-CB10F3183C39}" type="datetimeFigureOut">
              <a:rPr lang="en-US" smtClean="0"/>
              <a:t>1/13/26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1BE6AF-D50C-8D43-7521-A657FBAF5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2F9329-8BCE-EA36-BA10-E5647E276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C5624-A41A-474C-A97F-6383F94D6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828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46723-7310-1997-85D5-10337017E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11096-FEAC-7C44-8989-4449D869CD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A554BB-F8D4-6F08-010D-7C64C3820A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D6F846-114A-FB0A-1DBC-6CAC00689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10A3-DE19-134E-BCD6-CB10F3183C39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01F579-51D5-46AE-0BF1-DECF7E726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A72A0B-F282-D317-8458-2F929A34E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C5624-A41A-474C-A97F-6383F94D6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34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BEA32-A0BF-BA88-5CA4-F49781CC7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D75A34-3320-4B87-99E5-35AB3A66BA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F87154-C6EB-92F1-53AF-76928D6BF4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E10C60-A0D7-C349-5AC8-195169F05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10A3-DE19-134E-BCD6-CB10F3183C39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F08340-771A-C9FE-6A24-189BBFD1A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E52495-C408-7157-7BDC-E19130F1D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C5624-A41A-474C-A97F-6383F94D6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575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03E2E-760E-91C3-6A00-2BEF364FF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069287-1225-AF6C-F47D-9490F61770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B12BE-561D-D8AE-AA1B-7CEA5BC82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10A3-DE19-134E-BCD6-CB10F3183C39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341ED8-714C-3E58-1261-300EB091A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171E5-0350-0226-510D-732CE1CB0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C5624-A41A-474C-A97F-6383F94D6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589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89CA30-7C15-2C89-5802-33B8A7E7AB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7E7E81-9FE0-D86B-94D0-6BA3941D5D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A6A77-3638-9608-288B-C9C5463CD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10A3-DE19-134E-BCD6-CB10F3183C39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1463F0-8226-CFEE-12B7-1739F4329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E28D9-B6F1-8221-20FA-D80DEF90B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C5624-A41A-474C-A97F-6383F94D6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300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70E853-A739-2CC6-D3EF-2027274AD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8DEFDB-4AD7-3E66-A04F-2D25AE6315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E2095-C250-1B4D-4F6D-F9F72DF190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3D10A3-DE19-134E-BCD6-CB10F3183C39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C7D2B2-CCE6-1E86-78AA-4144299E82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39FDDF-CA42-FC2A-16D8-2241B7C72B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2C5624-A41A-474C-A97F-6383F94D6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279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95246-6DE1-47B0-39B8-01D6CB188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Portfolio Exercise 4 – Class Level 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A5A27-0203-3CE4-6F54-5B417162A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Most of you got this exercise correct- well done!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Three commons mistakes: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Code runs without error but doesn’t pass the tests – Make sure to check all test cases as these may not all be covered in an arbitrary run of your program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Incorrect order of arguments in function heading (50% marking penalty)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detect_obstacles</a:t>
            </a:r>
            <a:r>
              <a:rPr lang="en-US" dirty="0"/>
              <a:t> function not included in solution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7737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2940</TotalTime>
  <Words>73</Words>
  <Application>Microsoft Macintosh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Portfolio Exercise 4 – Class Level Feedback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 Garrad</dc:creator>
  <cp:lastModifiedBy>Hemma Philamore</cp:lastModifiedBy>
  <cp:revision>1</cp:revision>
  <dcterms:created xsi:type="dcterms:W3CDTF">2025-10-13T15:17:52Z</dcterms:created>
  <dcterms:modified xsi:type="dcterms:W3CDTF">2026-01-13T13:40:30Z</dcterms:modified>
</cp:coreProperties>
</file>