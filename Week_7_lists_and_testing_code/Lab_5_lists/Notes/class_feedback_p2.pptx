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477F6-C6EC-0A44-8F80-681F29ECFE82}" v="3" dt="2025-11-03T21:42:11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3"/>
    <p:restoredTop sz="94733"/>
  </p:normalViewPr>
  <p:slideViewPr>
    <p:cSldViewPr snapToGrid="0">
      <p:cViewPr varScale="1">
        <p:scale>
          <a:sx n="117" d="100"/>
          <a:sy n="117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B5D85944-D90A-5912-90C6-4C26E424D3D6}"/>
    <pc:docChg chg="custSel modSld">
      <pc:chgData name="Hemma Philamore" userId="db50e2f3-17b2-4cc0-b719-fb6254d3e9df" providerId="ADAL" clId="{B5D85944-D90A-5912-90C6-4C26E424D3D6}" dt="2025-11-03T21:48:12.578" v="1233"/>
      <pc:docMkLst>
        <pc:docMk/>
      </pc:docMkLst>
      <pc:sldChg chg="modSp mod">
        <pc:chgData name="Hemma Philamore" userId="db50e2f3-17b2-4cc0-b719-fb6254d3e9df" providerId="ADAL" clId="{B5D85944-D90A-5912-90C6-4C26E424D3D6}" dt="2025-10-30T14:07:47.916" v="1" actId="20577"/>
        <pc:sldMkLst>
          <pc:docMk/>
          <pc:sldMk cId="386057095" sldId="256"/>
        </pc:sldMkLst>
        <pc:spChg chg="mod">
          <ac:chgData name="Hemma Philamore" userId="db50e2f3-17b2-4cc0-b719-fb6254d3e9df" providerId="ADAL" clId="{B5D85944-D90A-5912-90C6-4C26E424D3D6}" dt="2025-10-30T14:07:47.916" v="1" actId="20577"/>
          <ac:spMkLst>
            <pc:docMk/>
            <pc:sldMk cId="386057095" sldId="256"/>
            <ac:spMk id="3" creationId="{03A3551D-7CA3-5AB0-39EF-198932E5476C}"/>
          </ac:spMkLst>
        </pc:spChg>
      </pc:sldChg>
      <pc:sldChg chg="modSp mod">
        <pc:chgData name="Hemma Philamore" userId="db50e2f3-17b2-4cc0-b719-fb6254d3e9df" providerId="ADAL" clId="{B5D85944-D90A-5912-90C6-4C26E424D3D6}" dt="2025-11-03T21:21:21.139" v="1139" actId="14100"/>
        <pc:sldMkLst>
          <pc:docMk/>
          <pc:sldMk cId="2487737980" sldId="257"/>
        </pc:sldMkLst>
        <pc:spChg chg="mod">
          <ac:chgData name="Hemma Philamore" userId="db50e2f3-17b2-4cc0-b719-fb6254d3e9df" providerId="ADAL" clId="{B5D85944-D90A-5912-90C6-4C26E424D3D6}" dt="2025-11-03T21:21:21.139" v="1139" actId="14100"/>
          <ac:spMkLst>
            <pc:docMk/>
            <pc:sldMk cId="2487737980" sldId="257"/>
            <ac:spMk id="3" creationId="{21FA5A27-0203-3CE4-6F54-5B417162A7E6}"/>
          </ac:spMkLst>
        </pc:spChg>
      </pc:sldChg>
      <pc:sldChg chg="modSp mod">
        <pc:chgData name="Hemma Philamore" userId="db50e2f3-17b2-4cc0-b719-fb6254d3e9df" providerId="ADAL" clId="{B5D85944-D90A-5912-90C6-4C26E424D3D6}" dt="2025-11-03T21:48:12.578" v="1233"/>
        <pc:sldMkLst>
          <pc:docMk/>
          <pc:sldMk cId="891917443" sldId="258"/>
        </pc:sldMkLst>
        <pc:spChg chg="mod">
          <ac:chgData name="Hemma Philamore" userId="db50e2f3-17b2-4cc0-b719-fb6254d3e9df" providerId="ADAL" clId="{B5D85944-D90A-5912-90C6-4C26E424D3D6}" dt="2025-11-03T21:21:29.445" v="1154" actId="20577"/>
          <ac:spMkLst>
            <pc:docMk/>
            <pc:sldMk cId="891917443" sldId="258"/>
            <ac:spMk id="2" creationId="{94C8EAB0-084D-CD37-0CDA-6EDFEF0F5B9D}"/>
          </ac:spMkLst>
        </pc:spChg>
        <pc:spChg chg="mod">
          <ac:chgData name="Hemma Philamore" userId="db50e2f3-17b2-4cc0-b719-fb6254d3e9df" providerId="ADAL" clId="{B5D85944-D90A-5912-90C6-4C26E424D3D6}" dt="2025-11-03T21:48:12.578" v="1233"/>
          <ac:spMkLst>
            <pc:docMk/>
            <pc:sldMk cId="891917443" sldId="258"/>
            <ac:spMk id="6" creationId="{B3F95B9A-9D81-46BF-8C52-5AD5135B194F}"/>
          </ac:spMkLst>
        </pc:spChg>
      </pc:sldChg>
      <pc:sldChg chg="addSp delSp modSp mod">
        <pc:chgData name="Hemma Philamore" userId="db50e2f3-17b2-4cc0-b719-fb6254d3e9df" providerId="ADAL" clId="{B5D85944-D90A-5912-90C6-4C26E424D3D6}" dt="2025-11-03T21:42:26.938" v="1169" actId="1076"/>
        <pc:sldMkLst>
          <pc:docMk/>
          <pc:sldMk cId="4141873657" sldId="259"/>
        </pc:sldMkLst>
        <pc:spChg chg="mod">
          <ac:chgData name="Hemma Philamore" userId="db50e2f3-17b2-4cc0-b719-fb6254d3e9df" providerId="ADAL" clId="{B5D85944-D90A-5912-90C6-4C26E424D3D6}" dt="2025-11-03T21:42:26.938" v="1169" actId="1076"/>
          <ac:spMkLst>
            <pc:docMk/>
            <pc:sldMk cId="4141873657" sldId="259"/>
            <ac:spMk id="2" creationId="{EE698D0B-7C12-D1A7-C61F-BA4591E6B3F9}"/>
          </ac:spMkLst>
        </pc:spChg>
        <pc:picChg chg="add mod">
          <ac:chgData name="Hemma Philamore" userId="db50e2f3-17b2-4cc0-b719-fb6254d3e9df" providerId="ADAL" clId="{B5D85944-D90A-5912-90C6-4C26E424D3D6}" dt="2025-11-03T21:42:21.810" v="1168" actId="1076"/>
          <ac:picMkLst>
            <pc:docMk/>
            <pc:sldMk cId="4141873657" sldId="259"/>
            <ac:picMk id="3" creationId="{EDE2B690-9558-F40E-BAF9-8E9A3DFC6A29}"/>
          </ac:picMkLst>
        </pc:picChg>
        <pc:picChg chg="del">
          <ac:chgData name="Hemma Philamore" userId="db50e2f3-17b2-4cc0-b719-fb6254d3e9df" providerId="ADAL" clId="{B5D85944-D90A-5912-90C6-4C26E424D3D6}" dt="2025-11-03T21:42:11.538" v="1164" actId="478"/>
          <ac:picMkLst>
            <pc:docMk/>
            <pc:sldMk cId="4141873657" sldId="259"/>
            <ac:picMk id="4" creationId="{AA8F1387-00FB-6B05-8A0D-591DF481A9B5}"/>
          </ac:picMkLst>
        </pc:picChg>
      </pc:sldChg>
      <pc:sldChg chg="addSp delSp modSp mod">
        <pc:chgData name="Hemma Philamore" userId="db50e2f3-17b2-4cc0-b719-fb6254d3e9df" providerId="ADAL" clId="{B5D85944-D90A-5912-90C6-4C26E424D3D6}" dt="2025-11-03T21:43:17.629" v="1175" actId="14100"/>
        <pc:sldMkLst>
          <pc:docMk/>
          <pc:sldMk cId="2185035827" sldId="260"/>
        </pc:sldMkLst>
        <pc:spChg chg="mod">
          <ac:chgData name="Hemma Philamore" userId="db50e2f3-17b2-4cc0-b719-fb6254d3e9df" providerId="ADAL" clId="{B5D85944-D90A-5912-90C6-4C26E424D3D6}" dt="2025-11-03T21:42:37.813" v="1172" actId="1076"/>
          <ac:spMkLst>
            <pc:docMk/>
            <pc:sldMk cId="2185035827" sldId="260"/>
            <ac:spMk id="2" creationId="{2C7CC6CB-50E9-4A32-03A3-7960581DFC88}"/>
          </ac:spMkLst>
        </pc:spChg>
        <pc:picChg chg="add mod modCrop">
          <ac:chgData name="Hemma Philamore" userId="db50e2f3-17b2-4cc0-b719-fb6254d3e9df" providerId="ADAL" clId="{B5D85944-D90A-5912-90C6-4C26E424D3D6}" dt="2025-11-03T21:43:17.629" v="1175" actId="14100"/>
          <ac:picMkLst>
            <pc:docMk/>
            <pc:sldMk cId="2185035827" sldId="260"/>
            <ac:picMk id="3" creationId="{3ED477AB-4D6A-8CAF-C52B-6FF56527935B}"/>
          </ac:picMkLst>
        </pc:picChg>
        <pc:picChg chg="del">
          <ac:chgData name="Hemma Philamore" userId="db50e2f3-17b2-4cc0-b719-fb6254d3e9df" providerId="ADAL" clId="{B5D85944-D90A-5912-90C6-4C26E424D3D6}" dt="2025-11-03T21:40:32.894" v="1158" actId="478"/>
          <ac:picMkLst>
            <pc:docMk/>
            <pc:sldMk cId="2185035827" sldId="260"/>
            <ac:picMk id="4" creationId="{AFCBD017-0197-D7D3-DB5A-1AE76B9E4CF5}"/>
          </ac:picMkLst>
        </pc:picChg>
      </pc:sldChg>
    </pc:docChg>
  </pc:docChgLst>
  <pc:docChgLst>
    <pc:chgData name="Martin Garrad" userId="29fa8137-b5d4-4adf-94e3-55aca812c4da" providerId="ADAL" clId="{FE7E3326-2F4E-5A39-AD8A-48BAAAFC5A20}"/>
    <pc:docChg chg="modSld">
      <pc:chgData name="Martin Garrad" userId="29fa8137-b5d4-4adf-94e3-55aca812c4da" providerId="ADAL" clId="{FE7E3326-2F4E-5A39-AD8A-48BAAAFC5A20}" dt="2025-10-16T09:54:29.643" v="5" actId="20577"/>
      <pc:docMkLst>
        <pc:docMk/>
      </pc:docMkLst>
      <pc:sldChg chg="modSp mod">
        <pc:chgData name="Martin Garrad" userId="29fa8137-b5d4-4adf-94e3-55aca812c4da" providerId="ADAL" clId="{FE7E3326-2F4E-5A39-AD8A-48BAAAFC5A20}" dt="2025-10-16T09:54:29.643" v="5" actId="20577"/>
        <pc:sldMkLst>
          <pc:docMk/>
          <pc:sldMk cId="891917443" sldId="258"/>
        </pc:sldMkLst>
        <pc:spChg chg="mod">
          <ac:chgData name="Martin Garrad" userId="29fa8137-b5d4-4adf-94e3-55aca812c4da" providerId="ADAL" clId="{FE7E3326-2F4E-5A39-AD8A-48BAAAFC5A20}" dt="2025-10-16T09:54:29.643" v="5" actId="20577"/>
          <ac:spMkLst>
            <pc:docMk/>
            <pc:sldMk cId="891917443" sldId="258"/>
            <ac:spMk id="6" creationId="{B3F95B9A-9D81-46BF-8C52-5AD5135B19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58B1-DB04-4C0D-6467-B45722ABF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31EBC-254E-1FED-500B-6C4420681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23A70-0017-4B49-0A4C-7BDD8DF7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5AB9-1EFB-D7A7-C301-506DB66E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19C4A-9415-502B-95AF-1BB7F0DB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8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89D2-FAF0-9012-7559-10D5F22B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82FA9-9E22-B9E6-966E-6E903C557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94A27-0409-7826-EC8B-123227DD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791A1-3835-9AD0-295D-7B64115B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343BA-8B5A-D991-691B-B4FC8153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7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F75E-6C4E-CBD4-ECAC-40642C14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89659-9A0C-99D7-9FF7-841148BE6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45871-CDCA-399D-D74E-4ADA2E9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726EC-ADCD-B0C2-AF13-20061DB2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2BAEB-1565-EEFB-22A1-07B2DB25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8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1CCA-A12B-8ACC-5B8A-DDBA0924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0396-8932-96B7-D83E-7FA79D92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C107B-6987-3140-EDBD-B3CF35065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78773-E1C2-90D4-E015-187830AD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DD421-01A2-DCA5-2C5F-245F85A3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A8CC2-4F50-6E3E-BCE1-BC135D92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1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43CE-D3F0-89F6-509D-79C24EFB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A54F6-C35D-7A70-85D9-E5D6A34E4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FDA48-55D5-8C8C-6E79-79E8CA457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F1575-721D-6A97-8BFC-AC8FFE4EA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9026E-9880-48F7-F8EF-EA19BB5BC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2527B-60A0-4291-F144-00A337E7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8AE562-E22D-3E7E-C8A5-891C9182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3AE2D-FC0E-55CC-A641-46889A77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8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186D-B69C-1F03-179A-2E4BB4E1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A5F34-A07E-32E8-DDF7-8C4C8D04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B442F-0A14-9021-3AFA-FDFAEC22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E24B2-801F-7FF3-D81B-F053DD92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3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FFBA5-D194-622C-7AFF-550EB08A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BE6AF-D50C-8D43-7521-A657FBAF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F9329-8BCE-EA36-BA10-E5647E27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2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6723-7310-1997-85D5-10337017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1096-FEAC-7C44-8989-4449D869C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554BB-F8D4-6F08-010D-7C64C3820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6F846-114A-FB0A-1DBC-6CAC0068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1F579-51D5-46AE-0BF1-DECF7E72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72A0B-F282-D317-8458-2F929A34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EA32-A0BF-BA88-5CA4-F49781CC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75A34-3320-4B87-99E5-35AB3A66B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87154-C6EB-92F1-53AF-76928D6BF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10C60-A0D7-C349-5AC8-195169F05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08340-771A-C9FE-6A24-189BBFD1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52495-C408-7157-7BDC-E19130F1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7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3E2E-760E-91C3-6A00-2BEF364F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69287-1225-AF6C-F47D-9490F6177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B12BE-561D-D8AE-AA1B-7CEA5BC8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41ED8-714C-3E58-1261-300EB091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71E5-0350-0226-510D-732CE1CB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8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9CA30-7C15-2C89-5802-33B8A7E7A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7E81-9FE0-D86B-94D0-6BA3941D5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A6A77-3638-9608-288B-C9C5463C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463F0-8226-CFEE-12B7-1739F432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E28D9-B6F1-8221-20FA-D80DEF90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0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70E853-A739-2CC6-D3EF-2027274A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DEFDB-4AD7-3E66-A04F-2D25AE631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2095-C250-1B4D-4F6D-F9F72DF19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D10A3-DE19-134E-BCD6-CB10F3183C3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7D2B2-CCE6-1E86-78AA-4144299E8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9FDDF-CA42-FC2A-16D8-2241B7C72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7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1C15-6262-B04C-3459-7D977B888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Programming and Algorithms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3551D-7CA3-5AB0-39EF-198932E547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Portfolio Exercise 2 – Class Level Feedback</a:t>
            </a:r>
          </a:p>
        </p:txBody>
      </p:sp>
    </p:spTree>
    <p:extLst>
      <p:ext uri="{BB962C8B-B14F-4D97-AF65-F5344CB8AC3E}">
        <p14:creationId xmlns:p14="http://schemas.microsoft.com/office/powerpoint/2010/main" val="386057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5246-6DE1-47B0-39B8-01D6CB18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5A27-0203-3CE4-6F54-5B417162A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764485" cy="4351338"/>
          </a:xfrm>
        </p:spPr>
        <p:txBody>
          <a:bodyPr>
            <a:normAutofit/>
          </a:bodyPr>
          <a:lstStyle/>
          <a:p>
            <a:r>
              <a:rPr lang="en-US" sz="2200" dirty="0"/>
              <a:t>About half of you got this exercise correct</a:t>
            </a:r>
          </a:p>
          <a:p>
            <a:endParaRPr lang="en-US" sz="2200" dirty="0"/>
          </a:p>
          <a:p>
            <a:r>
              <a:rPr lang="en-US" sz="2200" dirty="0"/>
              <a:t>Lots of you explored using functions within your code – well done! </a:t>
            </a:r>
          </a:p>
          <a:p>
            <a:endParaRPr lang="en-US" sz="2200" dirty="0"/>
          </a:p>
          <a:p>
            <a:r>
              <a:rPr lang="en-US" sz="2200" dirty="0"/>
              <a:t>There was some confusion about what the question was asking you to do</a:t>
            </a:r>
          </a:p>
          <a:p>
            <a:endParaRPr lang="en-US" sz="2200" dirty="0"/>
          </a:p>
          <a:p>
            <a:r>
              <a:rPr lang="en-US" sz="2200" dirty="0"/>
              <a:t>There was some confusion about how to use functions – we will practice more this week.</a:t>
            </a:r>
            <a:endParaRPr lang="en-US" sz="5500" dirty="0"/>
          </a:p>
          <a:p>
            <a:endParaRPr lang="en-US" sz="5500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3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EAB0-084D-CD37-0CDA-6EDFEF0F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95B9A-9D81-46BF-8C52-5AD5135B194F}"/>
              </a:ext>
            </a:extLst>
          </p:cNvPr>
          <p:cNvSpPr txBox="1"/>
          <p:nvPr/>
        </p:nvSpPr>
        <p:spPr>
          <a:xfrm>
            <a:off x="838200" y="1690688"/>
            <a:ext cx="106716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following two slides each have a section of code that was submitted by a CPA student for their portfolio exercise. </a:t>
            </a:r>
          </a:p>
          <a:p>
            <a:endParaRPr lang="en-US" sz="2400" dirty="0"/>
          </a:p>
          <a:p>
            <a:r>
              <a:rPr lang="en-US" sz="2400" dirty="0"/>
              <a:t>Both submissions generate the correct result, but I prefer one over the other. </a:t>
            </a:r>
          </a:p>
          <a:p>
            <a:endParaRPr lang="en-US" sz="2400" dirty="0"/>
          </a:p>
          <a:p>
            <a:r>
              <a:rPr lang="en-US" sz="2400" dirty="0"/>
              <a:t>Which piece of code do you think is better? Why? </a:t>
            </a:r>
          </a:p>
          <a:p>
            <a:endParaRPr lang="en-US" sz="2400" dirty="0"/>
          </a:p>
          <a:p>
            <a:r>
              <a:rPr lang="en-US" sz="2400" dirty="0"/>
              <a:t>Share your answers on </a:t>
            </a:r>
            <a:r>
              <a:rPr lang="en-US" sz="2400" dirty="0" err="1"/>
              <a:t>menti.com</a:t>
            </a:r>
            <a:r>
              <a:rPr lang="en-US" sz="2400" dirty="0"/>
              <a:t> with code 8756 1676</a:t>
            </a:r>
          </a:p>
        </p:txBody>
      </p:sp>
    </p:spTree>
    <p:extLst>
      <p:ext uri="{BB962C8B-B14F-4D97-AF65-F5344CB8AC3E}">
        <p14:creationId xmlns:p14="http://schemas.microsoft.com/office/powerpoint/2010/main" val="89191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E7883-C355-14F9-03D0-B51D9A74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C6CB-50E9-4A32-03A3-7960581D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219" y="0"/>
            <a:ext cx="10515600" cy="1325563"/>
          </a:xfrm>
        </p:spPr>
        <p:txBody>
          <a:bodyPr/>
          <a:lstStyle/>
          <a:p>
            <a:r>
              <a:rPr lang="en-US" dirty="0"/>
              <a:t>Code sample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D477AB-4D6A-8CAF-C52B-6FF565279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93"/>
          <a:stretch>
            <a:fillRect/>
          </a:stretch>
        </p:blipFill>
        <p:spPr>
          <a:xfrm>
            <a:off x="636879" y="471055"/>
            <a:ext cx="5833194" cy="59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3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25808-7FC2-0E21-029B-188FFC24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8D0B-7C12-D1A7-C61F-BA4591E6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654" y="143453"/>
            <a:ext cx="10515600" cy="1325563"/>
          </a:xfrm>
        </p:spPr>
        <p:txBody>
          <a:bodyPr/>
          <a:lstStyle/>
          <a:p>
            <a:r>
              <a:rPr lang="en-US" dirty="0"/>
              <a:t>Code sample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2B690-9558-F40E-BAF9-8E9A3DFC6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09" y="525445"/>
            <a:ext cx="7772400" cy="602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73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7245</TotalTime>
  <Words>131</Words>
  <Application>Microsoft Macintosh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Computer Programming and Algorithms </vt:lpstr>
      <vt:lpstr>Main points</vt:lpstr>
      <vt:lpstr>Functions</vt:lpstr>
      <vt:lpstr>Code sample 1</vt:lpstr>
      <vt:lpstr>Code sample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Hemma Philamore</cp:lastModifiedBy>
  <cp:revision>1</cp:revision>
  <dcterms:created xsi:type="dcterms:W3CDTF">2025-10-13T15:17:52Z</dcterms:created>
  <dcterms:modified xsi:type="dcterms:W3CDTF">2025-11-03T21:48:22Z</dcterms:modified>
</cp:coreProperties>
</file>