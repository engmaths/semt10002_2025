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5" r:id="rId6"/>
    <p:sldId id="264" r:id="rId7"/>
    <p:sldId id="266" r:id="rId8"/>
    <p:sldId id="267" r:id="rId9"/>
    <p:sldId id="268" r:id="rId10"/>
    <p:sldId id="269" r:id="rId11"/>
    <p:sldId id="271" r:id="rId12"/>
    <p:sldId id="273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A741A-2109-CE4D-ACB7-E95B55439341}" v="7" dt="2026-02-05T12:04:54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6"/>
    <p:restoredTop sz="94885"/>
  </p:normalViewPr>
  <p:slideViewPr>
    <p:cSldViewPr snapToGrid="0">
      <p:cViewPr>
        <p:scale>
          <a:sx n="86" d="100"/>
          <a:sy n="86" d="100"/>
        </p:scale>
        <p:origin x="159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Garrad" userId="29fa8137-b5d4-4adf-94e3-55aca812c4da" providerId="ADAL" clId="{FE7E3326-2F4E-5A39-AD8A-48BAAAFC5A20}"/>
    <pc:docChg chg="custSel addSld delSld modSld sldOrd">
      <pc:chgData name="Martin Garrad" userId="29fa8137-b5d4-4adf-94e3-55aca812c4da" providerId="ADAL" clId="{FE7E3326-2F4E-5A39-AD8A-48BAAAFC5A20}" dt="2026-02-05T13:48:21.706" v="1569" actId="27636"/>
      <pc:docMkLst>
        <pc:docMk/>
      </pc:docMkLst>
      <pc:sldChg chg="modSp mod">
        <pc:chgData name="Martin Garrad" userId="29fa8137-b5d4-4adf-94e3-55aca812c4da" providerId="ADAL" clId="{FE7E3326-2F4E-5A39-AD8A-48BAAAFC5A20}" dt="2026-02-04T12:56:26.849" v="35" actId="20577"/>
        <pc:sldMkLst>
          <pc:docMk/>
          <pc:sldMk cId="310891100" sldId="256"/>
        </pc:sldMkLst>
        <pc:spChg chg="mod">
          <ac:chgData name="Martin Garrad" userId="29fa8137-b5d4-4adf-94e3-55aca812c4da" providerId="ADAL" clId="{FE7E3326-2F4E-5A39-AD8A-48BAAAFC5A20}" dt="2026-02-04T12:56:26.849" v="35" actId="20577"/>
          <ac:spMkLst>
            <pc:docMk/>
            <pc:sldMk cId="310891100" sldId="256"/>
            <ac:spMk id="2" creationId="{78C1BC1F-96A4-59B1-6B0C-B84FF884E2F1}"/>
          </ac:spMkLst>
        </pc:spChg>
      </pc:sldChg>
      <pc:sldChg chg="del">
        <pc:chgData name="Martin Garrad" userId="29fa8137-b5d4-4adf-94e3-55aca812c4da" providerId="ADAL" clId="{FE7E3326-2F4E-5A39-AD8A-48BAAAFC5A20}" dt="2026-02-04T16:53:49.553" v="37" actId="2696"/>
        <pc:sldMkLst>
          <pc:docMk/>
          <pc:sldMk cId="3124481847" sldId="258"/>
        </pc:sldMkLst>
      </pc:sldChg>
      <pc:sldChg chg="modSp mod">
        <pc:chgData name="Martin Garrad" userId="29fa8137-b5d4-4adf-94e3-55aca812c4da" providerId="ADAL" clId="{FE7E3326-2F4E-5A39-AD8A-48BAAAFC5A20}" dt="2026-02-05T11:57:11.111" v="1537" actId="20577"/>
        <pc:sldMkLst>
          <pc:docMk/>
          <pc:sldMk cId="2262536596" sldId="259"/>
        </pc:sldMkLst>
        <pc:spChg chg="mod">
          <ac:chgData name="Martin Garrad" userId="29fa8137-b5d4-4adf-94e3-55aca812c4da" providerId="ADAL" clId="{FE7E3326-2F4E-5A39-AD8A-48BAAAFC5A20}" dt="2026-02-05T11:57:11.111" v="1537" actId="20577"/>
          <ac:spMkLst>
            <pc:docMk/>
            <pc:sldMk cId="2262536596" sldId="259"/>
            <ac:spMk id="3" creationId="{8BF07432-19AC-2040-F87E-ACFDCC15F834}"/>
          </ac:spMkLst>
        </pc:spChg>
      </pc:sldChg>
      <pc:sldChg chg="modSp mod">
        <pc:chgData name="Martin Garrad" userId="29fa8137-b5d4-4adf-94e3-55aca812c4da" providerId="ADAL" clId="{FE7E3326-2F4E-5A39-AD8A-48BAAAFC5A20}" dt="2026-02-05T10:51:56.181" v="764" actId="5793"/>
        <pc:sldMkLst>
          <pc:docMk/>
          <pc:sldMk cId="230062566" sldId="260"/>
        </pc:sldMkLst>
        <pc:spChg chg="mod">
          <ac:chgData name="Martin Garrad" userId="29fa8137-b5d4-4adf-94e3-55aca812c4da" providerId="ADAL" clId="{FE7E3326-2F4E-5A39-AD8A-48BAAAFC5A20}" dt="2026-02-05T10:51:56.181" v="764" actId="5793"/>
          <ac:spMkLst>
            <pc:docMk/>
            <pc:sldMk cId="230062566" sldId="260"/>
            <ac:spMk id="3" creationId="{E301B68E-961B-61F3-BFEE-D6195EE6BDA6}"/>
          </ac:spMkLst>
        </pc:spChg>
      </pc:sldChg>
      <pc:sldChg chg="modSp">
        <pc:chgData name="Martin Garrad" userId="29fa8137-b5d4-4adf-94e3-55aca812c4da" providerId="ADAL" clId="{FE7E3326-2F4E-5A39-AD8A-48BAAAFC5A20}" dt="2026-02-05T12:04:37.373" v="1553"/>
        <pc:sldMkLst>
          <pc:docMk/>
          <pc:sldMk cId="3915837908" sldId="261"/>
        </pc:sldMkLst>
        <pc:spChg chg="mod">
          <ac:chgData name="Martin Garrad" userId="29fa8137-b5d4-4adf-94e3-55aca812c4da" providerId="ADAL" clId="{FE7E3326-2F4E-5A39-AD8A-48BAAAFC5A20}" dt="2026-02-05T12:04:37.373" v="1553"/>
          <ac:spMkLst>
            <pc:docMk/>
            <pc:sldMk cId="3915837908" sldId="261"/>
            <ac:spMk id="3" creationId="{5378C5D7-1666-9707-3F2A-4B658275C68C}"/>
          </ac:spMkLst>
        </pc:spChg>
      </pc:sldChg>
      <pc:sldChg chg="modSp mod">
        <pc:chgData name="Martin Garrad" userId="29fa8137-b5d4-4adf-94e3-55aca812c4da" providerId="ADAL" clId="{FE7E3326-2F4E-5A39-AD8A-48BAAAFC5A20}" dt="2026-02-05T13:48:21.706" v="1569" actId="27636"/>
        <pc:sldMkLst>
          <pc:docMk/>
          <pc:sldMk cId="3210801933" sldId="262"/>
        </pc:sldMkLst>
        <pc:spChg chg="mod">
          <ac:chgData name="Martin Garrad" userId="29fa8137-b5d4-4adf-94e3-55aca812c4da" providerId="ADAL" clId="{FE7E3326-2F4E-5A39-AD8A-48BAAAFC5A20}" dt="2026-02-05T13:48:21.706" v="1569" actId="27636"/>
          <ac:spMkLst>
            <pc:docMk/>
            <pc:sldMk cId="3210801933" sldId="262"/>
            <ac:spMk id="3" creationId="{5165783A-AACA-D8B9-07B0-E9EB1B090DCA}"/>
          </ac:spMkLst>
        </pc:spChg>
      </pc:sldChg>
      <pc:sldChg chg="del">
        <pc:chgData name="Martin Garrad" userId="29fa8137-b5d4-4adf-94e3-55aca812c4da" providerId="ADAL" clId="{FE7E3326-2F4E-5A39-AD8A-48BAAAFC5A20}" dt="2026-02-05T12:01:44.547" v="1543" actId="2696"/>
        <pc:sldMkLst>
          <pc:docMk/>
          <pc:sldMk cId="2952656967" sldId="263"/>
        </pc:sldMkLst>
      </pc:sldChg>
      <pc:sldChg chg="addSp delSp modSp new mod">
        <pc:chgData name="Martin Garrad" userId="29fa8137-b5d4-4adf-94e3-55aca812c4da" providerId="ADAL" clId="{FE7E3326-2F4E-5A39-AD8A-48BAAAFC5A20}" dt="2026-02-05T11:06:57.920" v="915" actId="1076"/>
        <pc:sldMkLst>
          <pc:docMk/>
          <pc:sldMk cId="525982037" sldId="264"/>
        </pc:sldMkLst>
        <pc:spChg chg="mod">
          <ac:chgData name="Martin Garrad" userId="29fa8137-b5d4-4adf-94e3-55aca812c4da" providerId="ADAL" clId="{FE7E3326-2F4E-5A39-AD8A-48BAAAFC5A20}" dt="2026-02-05T10:41:20.128" v="254" actId="20577"/>
          <ac:spMkLst>
            <pc:docMk/>
            <pc:sldMk cId="525982037" sldId="264"/>
            <ac:spMk id="2" creationId="{59700151-29A7-15DD-EB59-5CEBF72E7921}"/>
          </ac:spMkLst>
        </pc:spChg>
        <pc:spChg chg="del">
          <ac:chgData name="Martin Garrad" userId="29fa8137-b5d4-4adf-94e3-55aca812c4da" providerId="ADAL" clId="{FE7E3326-2F4E-5A39-AD8A-48BAAAFC5A20}" dt="2026-02-04T16:56:13.908" v="137" actId="478"/>
          <ac:spMkLst>
            <pc:docMk/>
            <pc:sldMk cId="525982037" sldId="264"/>
            <ac:spMk id="3" creationId="{0426A982-F390-D3F8-54C4-A7D9E617DD7E}"/>
          </ac:spMkLst>
        </pc:spChg>
        <pc:spChg chg="add mod">
          <ac:chgData name="Martin Garrad" userId="29fa8137-b5d4-4adf-94e3-55aca812c4da" providerId="ADAL" clId="{FE7E3326-2F4E-5A39-AD8A-48BAAAFC5A20}" dt="2026-02-05T10:49:58.428" v="757" actId="5793"/>
          <ac:spMkLst>
            <pc:docMk/>
            <pc:sldMk cId="525982037" sldId="264"/>
            <ac:spMk id="4" creationId="{BD228C16-9BBF-5794-C599-D1CAD95B3BE5}"/>
          </ac:spMkLst>
        </pc:spChg>
        <pc:picChg chg="add del mod">
          <ac:chgData name="Martin Garrad" userId="29fa8137-b5d4-4adf-94e3-55aca812c4da" providerId="ADAL" clId="{FE7E3326-2F4E-5A39-AD8A-48BAAAFC5A20}" dt="2026-02-04T16:58:49.114" v="157" actId="478"/>
          <ac:picMkLst>
            <pc:docMk/>
            <pc:sldMk cId="525982037" sldId="264"/>
            <ac:picMk id="5" creationId="{1F94CD19-1DC5-EB8A-A316-D917FD250003}"/>
          </ac:picMkLst>
        </pc:picChg>
        <pc:picChg chg="add mod">
          <ac:chgData name="Martin Garrad" userId="29fa8137-b5d4-4adf-94e3-55aca812c4da" providerId="ADAL" clId="{FE7E3326-2F4E-5A39-AD8A-48BAAAFC5A20}" dt="2026-02-05T11:06:57.920" v="915" actId="1076"/>
          <ac:picMkLst>
            <pc:docMk/>
            <pc:sldMk cId="525982037" sldId="264"/>
            <ac:picMk id="6" creationId="{BF0FA4E8-C742-11FC-37EE-1E8D9233B636}"/>
          </ac:picMkLst>
        </pc:picChg>
      </pc:sldChg>
      <pc:sldChg chg="modSp add mod">
        <pc:chgData name="Martin Garrad" userId="29fa8137-b5d4-4adf-94e3-55aca812c4da" providerId="ADAL" clId="{FE7E3326-2F4E-5A39-AD8A-48BAAAFC5A20}" dt="2026-02-05T10:52:16.408" v="767" actId="5793"/>
        <pc:sldMkLst>
          <pc:docMk/>
          <pc:sldMk cId="2280965192" sldId="265"/>
        </pc:sldMkLst>
        <pc:spChg chg="mod">
          <ac:chgData name="Martin Garrad" userId="29fa8137-b5d4-4adf-94e3-55aca812c4da" providerId="ADAL" clId="{FE7E3326-2F4E-5A39-AD8A-48BAAAFC5A20}" dt="2026-02-05T10:52:16.408" v="767" actId="5793"/>
          <ac:spMkLst>
            <pc:docMk/>
            <pc:sldMk cId="2280965192" sldId="265"/>
            <ac:spMk id="3" creationId="{A239BBC0-2A92-22E3-46F3-3407E249C986}"/>
          </ac:spMkLst>
        </pc:spChg>
      </pc:sldChg>
      <pc:sldChg chg="add del">
        <pc:chgData name="Martin Garrad" userId="29fa8137-b5d4-4adf-94e3-55aca812c4da" providerId="ADAL" clId="{FE7E3326-2F4E-5A39-AD8A-48BAAAFC5A20}" dt="2026-02-05T10:50:49.096" v="759" actId="2696"/>
        <pc:sldMkLst>
          <pc:docMk/>
          <pc:sldMk cId="3450336676" sldId="265"/>
        </pc:sldMkLst>
      </pc:sldChg>
      <pc:sldChg chg="delSp modSp add mod">
        <pc:chgData name="Martin Garrad" userId="29fa8137-b5d4-4adf-94e3-55aca812c4da" providerId="ADAL" clId="{FE7E3326-2F4E-5A39-AD8A-48BAAAFC5A20}" dt="2026-02-05T10:53:01.609" v="860" actId="20577"/>
        <pc:sldMkLst>
          <pc:docMk/>
          <pc:sldMk cId="1519858344" sldId="266"/>
        </pc:sldMkLst>
        <pc:spChg chg="mod">
          <ac:chgData name="Martin Garrad" userId="29fa8137-b5d4-4adf-94e3-55aca812c4da" providerId="ADAL" clId="{FE7E3326-2F4E-5A39-AD8A-48BAAAFC5A20}" dt="2026-02-05T10:53:01.609" v="860" actId="20577"/>
          <ac:spMkLst>
            <pc:docMk/>
            <pc:sldMk cId="1519858344" sldId="266"/>
            <ac:spMk id="4" creationId="{F774F909-8F55-16FA-6423-F562C1932181}"/>
          </ac:spMkLst>
        </pc:spChg>
        <pc:picChg chg="del">
          <ac:chgData name="Martin Garrad" userId="29fa8137-b5d4-4adf-94e3-55aca812c4da" providerId="ADAL" clId="{FE7E3326-2F4E-5A39-AD8A-48BAAAFC5A20}" dt="2026-02-05T10:52:44.158" v="769" actId="478"/>
          <ac:picMkLst>
            <pc:docMk/>
            <pc:sldMk cId="1519858344" sldId="266"/>
            <ac:picMk id="6" creationId="{409E358C-F369-1EA4-308B-32960D6A16DD}"/>
          </ac:picMkLst>
        </pc:picChg>
      </pc:sldChg>
      <pc:sldChg chg="addSp modSp new mod">
        <pc:chgData name="Martin Garrad" userId="29fa8137-b5d4-4adf-94e3-55aca812c4da" providerId="ADAL" clId="{FE7E3326-2F4E-5A39-AD8A-48BAAAFC5A20}" dt="2026-02-05T11:12:16.380" v="1008" actId="20577"/>
        <pc:sldMkLst>
          <pc:docMk/>
          <pc:sldMk cId="2827837037" sldId="267"/>
        </pc:sldMkLst>
        <pc:spChg chg="mod">
          <ac:chgData name="Martin Garrad" userId="29fa8137-b5d4-4adf-94e3-55aca812c4da" providerId="ADAL" clId="{FE7E3326-2F4E-5A39-AD8A-48BAAAFC5A20}" dt="2026-02-05T11:12:16.380" v="1008" actId="20577"/>
          <ac:spMkLst>
            <pc:docMk/>
            <pc:sldMk cId="2827837037" sldId="267"/>
            <ac:spMk id="2" creationId="{6C47D3E5-C66B-1450-9E02-4239BEFD991B}"/>
          </ac:spMkLst>
        </pc:spChg>
        <pc:spChg chg="mod">
          <ac:chgData name="Martin Garrad" userId="29fa8137-b5d4-4adf-94e3-55aca812c4da" providerId="ADAL" clId="{FE7E3326-2F4E-5A39-AD8A-48BAAAFC5A20}" dt="2026-02-05T11:09:43.194" v="989" actId="20577"/>
          <ac:spMkLst>
            <pc:docMk/>
            <pc:sldMk cId="2827837037" sldId="267"/>
            <ac:spMk id="3" creationId="{AB307385-ED77-A66F-2AD1-53C03E2A3711}"/>
          </ac:spMkLst>
        </pc:spChg>
        <pc:picChg chg="add mod">
          <ac:chgData name="Martin Garrad" userId="29fa8137-b5d4-4adf-94e3-55aca812c4da" providerId="ADAL" clId="{FE7E3326-2F4E-5A39-AD8A-48BAAAFC5A20}" dt="2026-02-05T11:11:39.850" v="1005" actId="1076"/>
          <ac:picMkLst>
            <pc:docMk/>
            <pc:sldMk cId="2827837037" sldId="267"/>
            <ac:picMk id="5" creationId="{0EEA3F6C-37D0-42DB-4AAD-67762371A81F}"/>
          </ac:picMkLst>
        </pc:picChg>
        <pc:picChg chg="add mod">
          <ac:chgData name="Martin Garrad" userId="29fa8137-b5d4-4adf-94e3-55aca812c4da" providerId="ADAL" clId="{FE7E3326-2F4E-5A39-AD8A-48BAAAFC5A20}" dt="2026-02-05T11:11:35.264" v="1003" actId="1076"/>
          <ac:picMkLst>
            <pc:docMk/>
            <pc:sldMk cId="2827837037" sldId="267"/>
            <ac:picMk id="7" creationId="{A53A624C-2614-DFA9-06F0-BB20E8DD8E6E}"/>
          </ac:picMkLst>
        </pc:picChg>
      </pc:sldChg>
      <pc:sldChg chg="addSp delSp modSp add mod">
        <pc:chgData name="Martin Garrad" userId="29fa8137-b5d4-4adf-94e3-55aca812c4da" providerId="ADAL" clId="{FE7E3326-2F4E-5A39-AD8A-48BAAAFC5A20}" dt="2026-02-05T11:14:40.770" v="1082" actId="1076"/>
        <pc:sldMkLst>
          <pc:docMk/>
          <pc:sldMk cId="3752251924" sldId="268"/>
        </pc:sldMkLst>
        <pc:spChg chg="mod">
          <ac:chgData name="Martin Garrad" userId="29fa8137-b5d4-4adf-94e3-55aca812c4da" providerId="ADAL" clId="{FE7E3326-2F4E-5A39-AD8A-48BAAAFC5A20}" dt="2026-02-05T11:12:29.801" v="1011" actId="20577"/>
          <ac:spMkLst>
            <pc:docMk/>
            <pc:sldMk cId="3752251924" sldId="268"/>
            <ac:spMk id="2" creationId="{85AE55C6-78FD-C95F-E6D7-4CE26F8FDD88}"/>
          </ac:spMkLst>
        </pc:spChg>
        <pc:spChg chg="mod">
          <ac:chgData name="Martin Garrad" userId="29fa8137-b5d4-4adf-94e3-55aca812c4da" providerId="ADAL" clId="{FE7E3326-2F4E-5A39-AD8A-48BAAAFC5A20}" dt="2026-02-05T11:14:35.279" v="1081" actId="20577"/>
          <ac:spMkLst>
            <pc:docMk/>
            <pc:sldMk cId="3752251924" sldId="268"/>
            <ac:spMk id="3" creationId="{7F0F6CAA-C0A4-4221-792C-2039C60B9CBC}"/>
          </ac:spMkLst>
        </pc:spChg>
        <pc:picChg chg="del">
          <ac:chgData name="Martin Garrad" userId="29fa8137-b5d4-4adf-94e3-55aca812c4da" providerId="ADAL" clId="{FE7E3326-2F4E-5A39-AD8A-48BAAAFC5A20}" dt="2026-02-05T11:12:48.694" v="1033" actId="478"/>
          <ac:picMkLst>
            <pc:docMk/>
            <pc:sldMk cId="3752251924" sldId="268"/>
            <ac:picMk id="5" creationId="{DE06B284-570A-A478-8CAE-E2C463BEC19C}"/>
          </ac:picMkLst>
        </pc:picChg>
        <pc:picChg chg="add mod">
          <ac:chgData name="Martin Garrad" userId="29fa8137-b5d4-4adf-94e3-55aca812c4da" providerId="ADAL" clId="{FE7E3326-2F4E-5A39-AD8A-48BAAAFC5A20}" dt="2026-02-05T11:14:40.770" v="1082" actId="1076"/>
          <ac:picMkLst>
            <pc:docMk/>
            <pc:sldMk cId="3752251924" sldId="268"/>
            <ac:picMk id="6" creationId="{035066B7-01CF-E326-887C-859DC25516F3}"/>
          </ac:picMkLst>
        </pc:picChg>
        <pc:picChg chg="del">
          <ac:chgData name="Martin Garrad" userId="29fa8137-b5d4-4adf-94e3-55aca812c4da" providerId="ADAL" clId="{FE7E3326-2F4E-5A39-AD8A-48BAAAFC5A20}" dt="2026-02-05T11:12:49.144" v="1034" actId="478"/>
          <ac:picMkLst>
            <pc:docMk/>
            <pc:sldMk cId="3752251924" sldId="268"/>
            <ac:picMk id="7" creationId="{2CCD6D04-7C78-DAEE-8C76-157EC6293B51}"/>
          </ac:picMkLst>
        </pc:picChg>
      </pc:sldChg>
      <pc:sldChg chg="modSp add mod">
        <pc:chgData name="Martin Garrad" userId="29fa8137-b5d4-4adf-94e3-55aca812c4da" providerId="ADAL" clId="{FE7E3326-2F4E-5A39-AD8A-48BAAAFC5A20}" dt="2026-02-05T13:32:51.910" v="1567" actId="14100"/>
        <pc:sldMkLst>
          <pc:docMk/>
          <pc:sldMk cId="3288160681" sldId="269"/>
        </pc:sldMkLst>
        <pc:spChg chg="mod">
          <ac:chgData name="Martin Garrad" userId="29fa8137-b5d4-4adf-94e3-55aca812c4da" providerId="ADAL" clId="{FE7E3326-2F4E-5A39-AD8A-48BAAAFC5A20}" dt="2026-02-05T11:16:00.547" v="1167" actId="113"/>
          <ac:spMkLst>
            <pc:docMk/>
            <pc:sldMk cId="3288160681" sldId="269"/>
            <ac:spMk id="3" creationId="{57C0480C-8B43-0A89-E716-3B51D1E888CE}"/>
          </ac:spMkLst>
        </pc:spChg>
        <pc:picChg chg="mod">
          <ac:chgData name="Martin Garrad" userId="29fa8137-b5d4-4adf-94e3-55aca812c4da" providerId="ADAL" clId="{FE7E3326-2F4E-5A39-AD8A-48BAAAFC5A20}" dt="2026-02-05T13:32:51.910" v="1567" actId="14100"/>
          <ac:picMkLst>
            <pc:docMk/>
            <pc:sldMk cId="3288160681" sldId="269"/>
            <ac:picMk id="6" creationId="{7D62EF75-4D69-F129-3933-3AA702E6C0D3}"/>
          </ac:picMkLst>
        </pc:picChg>
      </pc:sldChg>
      <pc:sldChg chg="modSp add del mod">
        <pc:chgData name="Martin Garrad" userId="29fa8137-b5d4-4adf-94e3-55aca812c4da" providerId="ADAL" clId="{FE7E3326-2F4E-5A39-AD8A-48BAAAFC5A20}" dt="2026-02-05T12:00:03.975" v="1538" actId="2696"/>
        <pc:sldMkLst>
          <pc:docMk/>
          <pc:sldMk cId="3869218207" sldId="270"/>
        </pc:sldMkLst>
        <pc:spChg chg="mod">
          <ac:chgData name="Martin Garrad" userId="29fa8137-b5d4-4adf-94e3-55aca812c4da" providerId="ADAL" clId="{FE7E3326-2F4E-5A39-AD8A-48BAAAFC5A20}" dt="2026-02-05T11:17:01.059" v="1272" actId="20577"/>
          <ac:spMkLst>
            <pc:docMk/>
            <pc:sldMk cId="3869218207" sldId="270"/>
            <ac:spMk id="3" creationId="{4A322E03-9115-2FBF-DB68-D1D3947292EC}"/>
          </ac:spMkLst>
        </pc:spChg>
      </pc:sldChg>
      <pc:sldChg chg="modSp add mod">
        <pc:chgData name="Martin Garrad" userId="29fa8137-b5d4-4adf-94e3-55aca812c4da" providerId="ADAL" clId="{FE7E3326-2F4E-5A39-AD8A-48BAAAFC5A20}" dt="2026-02-05T11:18:01.710" v="1369" actId="1076"/>
        <pc:sldMkLst>
          <pc:docMk/>
          <pc:sldMk cId="252570220" sldId="271"/>
        </pc:sldMkLst>
        <pc:spChg chg="mod">
          <ac:chgData name="Martin Garrad" userId="29fa8137-b5d4-4adf-94e3-55aca812c4da" providerId="ADAL" clId="{FE7E3326-2F4E-5A39-AD8A-48BAAAFC5A20}" dt="2026-02-05T11:17:49.478" v="1368" actId="114"/>
          <ac:spMkLst>
            <pc:docMk/>
            <pc:sldMk cId="252570220" sldId="271"/>
            <ac:spMk id="3" creationId="{CA50FECD-5B66-D2F4-C8DC-CAF19031DF35}"/>
          </ac:spMkLst>
        </pc:spChg>
        <pc:picChg chg="mod">
          <ac:chgData name="Martin Garrad" userId="29fa8137-b5d4-4adf-94e3-55aca812c4da" providerId="ADAL" clId="{FE7E3326-2F4E-5A39-AD8A-48BAAAFC5A20}" dt="2026-02-05T11:18:01.710" v="1369" actId="1076"/>
          <ac:picMkLst>
            <pc:docMk/>
            <pc:sldMk cId="252570220" sldId="271"/>
            <ac:picMk id="6" creationId="{039D7F2F-1837-5271-486A-DF0853DB8235}"/>
          </ac:picMkLst>
        </pc:picChg>
      </pc:sldChg>
      <pc:sldChg chg="new del">
        <pc:chgData name="Martin Garrad" userId="29fa8137-b5d4-4adf-94e3-55aca812c4da" providerId="ADAL" clId="{FE7E3326-2F4E-5A39-AD8A-48BAAAFC5A20}" dt="2026-02-05T11:19:35.722" v="1373" actId="2696"/>
        <pc:sldMkLst>
          <pc:docMk/>
          <pc:sldMk cId="1051893191" sldId="272"/>
        </pc:sldMkLst>
      </pc:sldChg>
      <pc:sldChg chg="modSp add mod ord">
        <pc:chgData name="Martin Garrad" userId="29fa8137-b5d4-4adf-94e3-55aca812c4da" providerId="ADAL" clId="{FE7E3326-2F4E-5A39-AD8A-48BAAAFC5A20}" dt="2026-02-05T12:04:54.254" v="1566"/>
        <pc:sldMkLst>
          <pc:docMk/>
          <pc:sldMk cId="1137045666" sldId="273"/>
        </pc:sldMkLst>
        <pc:spChg chg="mod">
          <ac:chgData name="Martin Garrad" userId="29fa8137-b5d4-4adf-94e3-55aca812c4da" providerId="ADAL" clId="{FE7E3326-2F4E-5A39-AD8A-48BAAAFC5A20}" dt="2026-02-05T12:04:54.254" v="1566"/>
          <ac:spMkLst>
            <pc:docMk/>
            <pc:sldMk cId="1137045666" sldId="273"/>
            <ac:spMk id="3" creationId="{1421041B-3BED-5047-ACCC-F61B8B31FF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3F69-553B-4643-7FFD-D28630F31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F3E56-ED63-16ED-D917-946F840D3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4500E-4217-EB72-1019-05A3AD1A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6B246-3ACB-5D8A-F945-EF90CE5B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E2AD8-BD5E-FE4B-D9B3-9CEC1621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6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D23B-00A6-C27B-08E3-DAC69361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8303-8303-588F-7BDA-6F96223D7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C1829-AB11-1052-745D-B4EB6D3D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C7A5F-CEF9-DF99-F75A-82486F88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AE5B5-A84E-EF04-B259-504BE4CF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4E11-37FC-5C47-0056-19A42A26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859A1-2875-1D2C-3670-5875AD838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978B7-A636-BEBD-8D7F-B3CBC3C1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47683-0F42-0D5C-7C4C-1373DF30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FB27F-48D5-C9FB-926D-00DB7E3D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0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BDFB-F7FE-81A6-3FF6-5F957BBE5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5C7CF-9C29-D0C6-459C-003B6D184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A5D0E-C471-19C6-1B01-6930630EE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9B6D-F1B3-B567-8F56-C65EF88F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BC0FA-1F50-5BB5-9C56-40C2A53A8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0AA1A-C3BF-2266-8EA5-751F1657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1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ADE4-295E-BFDD-60CA-A0F3E181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39BAD-39CD-F41E-24A1-CE42277E5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5D383-2A01-6F8C-7CB4-094B2F3F1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F3353-31F3-FF1C-FB5C-C487B54C0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2E5CA-57E4-EF7A-B7FE-308CD5B66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148467-F1D3-3DC5-437A-1807929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A6DB9-CCCA-1D22-DCD0-F37B9AB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46855-1FF9-15AA-48E3-08076DAD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4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F467-3E3C-0323-38ED-0889DA44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E832B-C97F-F5EF-0B8F-C89786A3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C1EC9-68D0-0849-8577-98D7C279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532EE-5D61-2ABD-6631-2858127D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D27CF-B6CB-3FAF-2C13-A7202938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E8D197-8F48-D603-A454-A22197E2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1250-1B1E-9F77-F726-AE225EF83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9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9EC5-3F24-4DBB-BA46-ABFF9AE2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59DFA-F7F3-34EF-7B5F-5D6C7D209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8FFED-964A-BD76-63B3-A0BA2621C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CB2DB-E27F-DBD0-5693-4AF2F610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549E7-ACD6-9F64-C853-EA16BBC1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7D36B-AF55-BD1F-976C-C62E7E75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D92E-4679-632C-329D-C890EBD7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4472B-832B-84CB-96B1-19364644F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ED00F-A587-ED85-DAB3-754B125C0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DB776-0BCF-BC47-245B-D548E688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3323B-C652-840D-BB7D-C3E4B5A8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FFCCE-39ED-8A86-D135-88571B0B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4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BAC6-46FC-D62B-77B4-62FCAF73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E1776-3CB8-2BA8-AA4F-1878B7402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DB4DE-71C1-32BF-67DD-122CC669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BD9C-90DE-49CD-D199-0E860B24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14336-A275-FE3F-9ECB-4D4D0583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1FD13-CCDF-CCDA-4C04-32EA5ECC6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8AC0F-2090-140F-0506-FE739F79E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1424F-640C-32C9-5CEE-38ED2B5B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EA164-2432-C3CB-6598-CA727C40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2A1CD-63F8-6DA6-13AF-908A3534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6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2836A-4E62-4E42-2B3B-05C8E819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9CF2-62F1-476B-362D-32B2A47A5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17D5-14A6-C4C3-6F79-66A4549C2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89220-3608-CA49-A2F4-4B54DA143A68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57EFE-7B9C-5619-8645-B478AA384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6092-D145-1793-4C14-84435E18B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DB926-6804-1F41-BE91-2DD782306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9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BC1F-96A4-59B1-6B0C-B84FF884E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Review: Consolidation Exercise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5BBAD-349D-C003-8A47-F838C2F496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Programming and Algorithms 25/26</a:t>
            </a:r>
          </a:p>
        </p:txBody>
      </p:sp>
    </p:spTree>
    <p:extLst>
      <p:ext uri="{BB962C8B-B14F-4D97-AF65-F5344CB8AC3E}">
        <p14:creationId xmlns:p14="http://schemas.microsoft.com/office/powerpoint/2010/main" val="31089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76A5-8DF4-FD0D-B136-9E81C87F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code review?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A85A-5E10-3901-E70A-F486B1C1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review is a </a:t>
            </a:r>
            <a:r>
              <a:rPr lang="en-US" i="1" dirty="0"/>
              <a:t>quality assurance process</a:t>
            </a:r>
            <a:r>
              <a:rPr lang="en-US" dirty="0"/>
              <a:t>, where peers discuss code together to ensure or improve quality. </a:t>
            </a:r>
          </a:p>
          <a:p>
            <a:r>
              <a:rPr lang="en-US" dirty="0"/>
              <a:t>Very common in software engineering jobs – typically code is reviewed before being accepted as part of the “main branch” </a:t>
            </a:r>
          </a:p>
          <a:p>
            <a:r>
              <a:rPr lang="en-US" dirty="0"/>
              <a:t>Aim to identify bugs, logical errors, inefficiencies, edge cases.</a:t>
            </a:r>
          </a:p>
          <a:p>
            <a:r>
              <a:rPr lang="en-US" dirty="0"/>
              <a:t>Also used to ensure code adheres to readability and style standards.</a:t>
            </a:r>
          </a:p>
        </p:txBody>
      </p:sp>
    </p:spTree>
    <p:extLst>
      <p:ext uri="{BB962C8B-B14F-4D97-AF65-F5344CB8AC3E}">
        <p14:creationId xmlns:p14="http://schemas.microsoft.com/office/powerpoint/2010/main" val="378659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D3BA-FB82-FFA8-FC30-66589F87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do a code review?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07432-19AC-2040-F87E-ACFDCC15F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look at some anonymized examples of code submitted for consolidation exercise 3.</a:t>
            </a:r>
          </a:p>
          <a:p>
            <a:r>
              <a:rPr lang="en-US" dirty="0"/>
              <a:t>We’re going to ask:</a:t>
            </a:r>
          </a:p>
          <a:p>
            <a:pPr lvl="1"/>
            <a:r>
              <a:rPr lang="en-US" dirty="0"/>
              <a:t>Is this code </a:t>
            </a:r>
            <a:r>
              <a:rPr lang="en-US" i="1" dirty="0"/>
              <a:t>correct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Is this code </a:t>
            </a:r>
            <a:r>
              <a:rPr lang="en-US" i="1" dirty="0"/>
              <a:t>easy to understand</a:t>
            </a:r>
            <a:r>
              <a:rPr lang="en-US" dirty="0"/>
              <a:t>?</a:t>
            </a:r>
          </a:p>
          <a:p>
            <a:r>
              <a:rPr lang="en-US" dirty="0"/>
              <a:t>We’ll then share and discuss our answers. </a:t>
            </a:r>
          </a:p>
        </p:txBody>
      </p:sp>
    </p:spTree>
    <p:extLst>
      <p:ext uri="{BB962C8B-B14F-4D97-AF65-F5344CB8AC3E}">
        <p14:creationId xmlns:p14="http://schemas.microsoft.com/office/powerpoint/2010/main" val="226253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BCE4-3643-14E3-C04A-A944C510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code correct?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1B68E-961B-61F3-BFEE-D6195EE6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it run without errors?</a:t>
            </a:r>
          </a:p>
          <a:p>
            <a:pPr lvl="1"/>
            <a:r>
              <a:rPr lang="en-US" dirty="0"/>
              <a:t>If there are errors, how big are they?</a:t>
            </a:r>
          </a:p>
          <a:p>
            <a:r>
              <a:rPr lang="en-US" dirty="0"/>
              <a:t>Does it produce correct output?</a:t>
            </a:r>
          </a:p>
          <a:p>
            <a:pPr lvl="1"/>
            <a:r>
              <a:rPr lang="en-US" dirty="0"/>
              <a:t>Does it match the “spec”?</a:t>
            </a:r>
          </a:p>
          <a:p>
            <a:pPr lvl="1"/>
            <a:r>
              <a:rPr lang="en-US" dirty="0"/>
              <a:t>Can we break it with edge cases?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7636-D183-20FB-6D36-71185ACB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D625-E2A9-4E98-81DB-3E30F3FF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code correct?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9BBC0-2A92-22E3-46F3-3407E249C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it run without errors?</a:t>
            </a:r>
          </a:p>
          <a:p>
            <a:pPr lvl="1"/>
            <a:r>
              <a:rPr lang="en-US" dirty="0"/>
              <a:t>If there are errors, how big are they?</a:t>
            </a:r>
          </a:p>
          <a:p>
            <a:r>
              <a:rPr lang="en-US" dirty="0"/>
              <a:t>Does it produce correct output?</a:t>
            </a:r>
          </a:p>
          <a:p>
            <a:pPr lvl="1"/>
            <a:r>
              <a:rPr lang="en-US" dirty="0"/>
              <a:t>Does it match the “spec”?</a:t>
            </a:r>
          </a:p>
          <a:p>
            <a:pPr lvl="1"/>
            <a:r>
              <a:rPr lang="en-US" dirty="0"/>
              <a:t>Can we break it with edge cases?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Does it pass any tests?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6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0151-29A7-15DD-EB59-5CEBF72E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Code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BD228C16-9BBF-5794-C599-D1CAD95B3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009" y="1690688"/>
            <a:ext cx="9001717" cy="24606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Testing code manually is slow and laborious - we can avoid this by writing test functions / scripts to automatically test our code.</a:t>
            </a:r>
          </a:p>
          <a:p>
            <a:r>
              <a:rPr lang="en-US" dirty="0"/>
              <a:t>Fundamental idea is to apply an input to a function and ensure the output is what’s expected.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F0FA4E8-C742-11FC-37EE-1E8D9233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4151376"/>
            <a:ext cx="68199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8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7502-8F75-E7FD-62C2-7D672CB5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4768-F5BF-A133-7EC1-E7F6A7FB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Code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774F909-8F55-16FA-6423-F562C1932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009" y="1690688"/>
            <a:ext cx="9001717" cy="246068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Testing code manually is slow and laborious - we can avoid this by writing test functions / scripts to automatically test our code.</a:t>
            </a:r>
          </a:p>
          <a:p>
            <a:r>
              <a:rPr lang="en-US" dirty="0"/>
              <a:t>Fundamental idea is to apply an input to a function and ensure the output is what’s expected.</a:t>
            </a:r>
          </a:p>
          <a:p>
            <a:r>
              <a:rPr lang="en-US" dirty="0"/>
              <a:t>Important to do this for all key functions- not just the “main” function.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58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3E5-C66B-1450-9E02-4239BEFD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7385-ED77-A66F-2AD1-53C03E2A3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think about some tests for Consolidation exercise 2 (</a:t>
            </a:r>
            <a:r>
              <a:rPr lang="en-US" dirty="0" err="1"/>
              <a:t>averages.py</a:t>
            </a:r>
            <a:r>
              <a:rPr lang="en-US" dirty="0"/>
              <a:t>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EA3F6C-37D0-42DB-4AAD-67762371A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82" y="3131881"/>
            <a:ext cx="5384709" cy="2768924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3A624C-2614-DFA9-06F0-BB20E8DD8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099" y="2720786"/>
            <a:ext cx="5384709" cy="359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37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F63D-43EE-EF12-DAF6-B325289A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55C6-78FD-C95F-E6D7-4CE26F8F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F6CAA-C0A4-4221-792C-2039C60B9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think about some tests for Consolidation exercise 3 (</a:t>
            </a:r>
            <a:r>
              <a:rPr lang="en-US" dirty="0" err="1"/>
              <a:t>kMeans</a:t>
            </a:r>
            <a:r>
              <a:rPr lang="en-US" dirty="0"/>
              <a:t> / KNN) </a:t>
            </a:r>
          </a:p>
          <a:p>
            <a:r>
              <a:rPr lang="en-US" dirty="0"/>
              <a:t>Which functions should we test?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5066B7-01CF-E326-887C-859DC255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592" y="2647283"/>
            <a:ext cx="5683529" cy="384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51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B7C1-641E-85DA-04F0-1BD59FB0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4076-823A-E14F-D5F1-21AF87B7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0480C-8B43-0A89-E716-3B51D1E88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think about some tests for Consolidation exercise 3 (</a:t>
            </a:r>
            <a:r>
              <a:rPr lang="en-US" dirty="0" err="1"/>
              <a:t>kMeans</a:t>
            </a:r>
            <a:r>
              <a:rPr lang="en-US" dirty="0"/>
              <a:t> / KNN) </a:t>
            </a:r>
          </a:p>
          <a:p>
            <a:r>
              <a:rPr lang="en-US" dirty="0"/>
              <a:t>Which functions should we test?</a:t>
            </a:r>
          </a:p>
          <a:p>
            <a:pPr lvl="1"/>
            <a:r>
              <a:rPr lang="en-US" b="1" dirty="0"/>
              <a:t>Assign data to clusters</a:t>
            </a:r>
          </a:p>
          <a:p>
            <a:pPr lvl="1"/>
            <a:r>
              <a:rPr lang="en-US" b="1" dirty="0"/>
              <a:t>Calculate cluster means</a:t>
            </a:r>
          </a:p>
          <a:p>
            <a:pPr lvl="1"/>
            <a:r>
              <a:rPr lang="en-US" i="1" dirty="0" err="1"/>
              <a:t>kMeans</a:t>
            </a:r>
            <a:endParaRPr lang="en-US" i="1" dirty="0"/>
          </a:p>
          <a:p>
            <a:pPr lvl="1"/>
            <a:r>
              <a:rPr lang="en-US" i="1" dirty="0" err="1"/>
              <a:t>Initalise_means</a:t>
            </a:r>
            <a:endParaRPr lang="en-US" i="1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D62EF75-4D69-F129-3933-3AA702E6C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562" y="2709511"/>
            <a:ext cx="5591559" cy="378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6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D825-4C94-91F7-8037-7D45667F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7C72-C2D6-6F91-AB7C-6CA12747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FECD-5B66-D2F4-C8DC-CAF19031D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Exercise – Write test functions to </a:t>
            </a:r>
            <a:r>
              <a:rPr lang="en-US" i="1" dirty="0" err="1"/>
              <a:t>assign_data_to_cluster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/>
              <a:t>calculate_cluster_means</a:t>
            </a:r>
            <a:r>
              <a:rPr lang="en-US" dirty="0"/>
              <a:t>.</a:t>
            </a:r>
          </a:p>
          <a:p>
            <a:pPr lvl="1"/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9D7F2F-1837-5271-486A-DF0853DB8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235" y="2777911"/>
            <a:ext cx="5683529" cy="384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0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D25CC-F25E-B24F-E620-452115CD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FBAE-9E3F-145C-ED5C-25970F21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code correct?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041B-3BED-5047-ACCC-F61B8B31F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it run without errors?</a:t>
            </a:r>
          </a:p>
          <a:p>
            <a:pPr lvl="1"/>
            <a:r>
              <a:rPr lang="en-US" dirty="0"/>
              <a:t>If there are errors, how big are they?</a:t>
            </a:r>
          </a:p>
          <a:p>
            <a:r>
              <a:rPr lang="en-US" dirty="0"/>
              <a:t>Does it produce correct output?</a:t>
            </a:r>
          </a:p>
          <a:p>
            <a:pPr lvl="1"/>
            <a:r>
              <a:rPr lang="en-US" dirty="0"/>
              <a:t>Does it match the “spec”?</a:t>
            </a:r>
          </a:p>
          <a:p>
            <a:pPr lvl="1"/>
            <a:r>
              <a:rPr lang="en-US" dirty="0"/>
              <a:t>Can we break it with edge cases?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Does it pass any tests?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Exercise – Apply your tests to the 3 code samples on Blackboard. Is the code correct? Share your answers on </a:t>
            </a:r>
            <a:r>
              <a:rPr lang="en-US" dirty="0" err="1"/>
              <a:t>menti.com</a:t>
            </a:r>
            <a:r>
              <a:rPr lang="en-US" dirty="0"/>
              <a:t>, code </a:t>
            </a:r>
            <a:r>
              <a:rPr lang="en-GB" b="1" dirty="0"/>
              <a:t>8660 7357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045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3169-9A3E-8BBF-F1E9-49CACB8E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code easy to understand?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C5D7-1666-9707-3F2A-4B658275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I quickly understand ‘how it works’?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Does it adhere to the style guide?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Share your answers on </a:t>
            </a:r>
            <a:r>
              <a:rPr lang="en-US" dirty="0" err="1"/>
              <a:t>menti.com</a:t>
            </a:r>
            <a:r>
              <a:rPr lang="en-US" dirty="0"/>
              <a:t>, code </a:t>
            </a:r>
            <a:r>
              <a:rPr lang="en-GB" b="1" dirty="0"/>
              <a:t>8660 7357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837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AD11-A860-2AE9-63CD-2C591787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3881-6BE1-3D78-EFB0-87C3F1D9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code easy to understand?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5783A-AACA-D8B9-07B0-E9EB1B090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I quickly understand ‘how it works’?</a:t>
            </a:r>
          </a:p>
          <a:p>
            <a:pPr lvl="1"/>
            <a:endParaRPr lang="en-US" dirty="0"/>
          </a:p>
          <a:p>
            <a:r>
              <a:rPr lang="en-US" dirty="0"/>
              <a:t>Does it adhere to the style guide?</a:t>
            </a:r>
          </a:p>
          <a:p>
            <a:pPr lvl="1"/>
            <a:r>
              <a:rPr lang="en-US" dirty="0"/>
              <a:t>Are variables named well?</a:t>
            </a:r>
          </a:p>
          <a:p>
            <a:pPr lvl="1"/>
            <a:r>
              <a:rPr lang="en-US" dirty="0"/>
              <a:t>Does it have any ‘magic numbers’ ?</a:t>
            </a:r>
          </a:p>
          <a:p>
            <a:pPr lvl="1"/>
            <a:r>
              <a:rPr lang="en-US" dirty="0"/>
              <a:t>Are functions used?</a:t>
            </a:r>
          </a:p>
          <a:p>
            <a:pPr lvl="1"/>
            <a:r>
              <a:rPr lang="en-US" dirty="0"/>
              <a:t>Does it use comments where necessary?</a:t>
            </a:r>
          </a:p>
          <a:p>
            <a:pPr lvl="1"/>
            <a:r>
              <a:rPr lang="en-US" dirty="0"/>
              <a:t>Does it follow the correct structure (imports -&gt; constants -&gt; functions -&gt; main)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Share your answers on </a:t>
            </a:r>
            <a:r>
              <a:rPr lang="en-US" dirty="0" err="1"/>
              <a:t>menti.com</a:t>
            </a:r>
            <a:r>
              <a:rPr lang="en-US" dirty="0"/>
              <a:t>, code </a:t>
            </a:r>
            <a:r>
              <a:rPr lang="en-GB" b="1" dirty="0"/>
              <a:t>8660 7357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80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605</Words>
  <Application>Microsoft Macintosh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Code Review: Consolidation Exercise 3</vt:lpstr>
      <vt:lpstr>What is a code review?</vt:lpstr>
      <vt:lpstr>How do we do a code review?</vt:lpstr>
      <vt:lpstr>Is this code correct?</vt:lpstr>
      <vt:lpstr>Is this code correct?</vt:lpstr>
      <vt:lpstr>Testing Code</vt:lpstr>
      <vt:lpstr>Testing Code</vt:lpstr>
      <vt:lpstr>Example</vt:lpstr>
      <vt:lpstr>Example 2</vt:lpstr>
      <vt:lpstr>Example 2</vt:lpstr>
      <vt:lpstr>Example 2</vt:lpstr>
      <vt:lpstr>Is this code correct?</vt:lpstr>
      <vt:lpstr>Is this code easy to understand?</vt:lpstr>
      <vt:lpstr>Is this code easy to understand?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Martin Garrad</cp:lastModifiedBy>
  <cp:revision>1</cp:revision>
  <dcterms:created xsi:type="dcterms:W3CDTF">2025-12-01T12:16:57Z</dcterms:created>
  <dcterms:modified xsi:type="dcterms:W3CDTF">2026-02-05T13:48:31Z</dcterms:modified>
</cp:coreProperties>
</file>