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92" r:id="rId5"/>
    <p:sldId id="261" r:id="rId6"/>
    <p:sldId id="274" r:id="rId7"/>
    <p:sldId id="290" r:id="rId8"/>
    <p:sldId id="295" r:id="rId9"/>
    <p:sldId id="307" r:id="rId10"/>
    <p:sldId id="296" r:id="rId11"/>
    <p:sldId id="300" r:id="rId12"/>
    <p:sldId id="297" r:id="rId13"/>
    <p:sldId id="301" r:id="rId14"/>
    <p:sldId id="302" r:id="rId15"/>
    <p:sldId id="298" r:id="rId16"/>
    <p:sldId id="304" r:id="rId17"/>
    <p:sldId id="303" r:id="rId18"/>
    <p:sldId id="299" r:id="rId19"/>
    <p:sldId id="305" r:id="rId20"/>
    <p:sldId id="306" r:id="rId21"/>
    <p:sldId id="291" r:id="rId22"/>
    <p:sldId id="309" r:id="rId23"/>
    <p:sldId id="31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AFCCFD-02DE-2908-9838-2ED3EC77D341}" v="1560" dt="2025-11-13T11:46:14.488"/>
    <p1510:client id="{819CC9D1-2BB2-144B-9787-4378E355C3C1}" v="1" dt="2025-11-12T16:58:38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4658"/>
  </p:normalViewPr>
  <p:slideViewPr>
    <p:cSldViewPr snapToGrid="0">
      <p:cViewPr varScale="1">
        <p:scale>
          <a:sx n="120" d="100"/>
          <a:sy n="120" d="100"/>
        </p:scale>
        <p:origin x="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ma Philamore" userId="db50e2f3-17b2-4cc0-b719-fb6254d3e9df" providerId="ADAL" clId="{35C0B9A2-A60C-57EC-AD9B-630767BE11FE}"/>
    <pc:docChg chg="addSld modSld">
      <pc:chgData name="Hemma Philamore" userId="db50e2f3-17b2-4cc0-b719-fb6254d3e9df" providerId="ADAL" clId="{35C0B9A2-A60C-57EC-AD9B-630767BE11FE}" dt="2025-11-12T16:59:04.720" v="7" actId="113"/>
      <pc:docMkLst>
        <pc:docMk/>
      </pc:docMkLst>
      <pc:sldChg chg="modSp mod">
        <pc:chgData name="Hemma Philamore" userId="db50e2f3-17b2-4cc0-b719-fb6254d3e9df" providerId="ADAL" clId="{35C0B9A2-A60C-57EC-AD9B-630767BE11FE}" dt="2025-11-12T16:58:25.290" v="1" actId="207"/>
        <pc:sldMkLst>
          <pc:docMk/>
          <pc:sldMk cId="602239870" sldId="290"/>
        </pc:sldMkLst>
        <pc:spChg chg="mod">
          <ac:chgData name="Hemma Philamore" userId="db50e2f3-17b2-4cc0-b719-fb6254d3e9df" providerId="ADAL" clId="{35C0B9A2-A60C-57EC-AD9B-630767BE11FE}" dt="2025-11-12T16:58:25.290" v="1" actId="207"/>
          <ac:spMkLst>
            <pc:docMk/>
            <pc:sldMk cId="602239870" sldId="290"/>
            <ac:spMk id="3" creationId="{3B8E4A9A-F491-5975-629A-270D6428E018}"/>
          </ac:spMkLst>
        </pc:spChg>
      </pc:sldChg>
      <pc:sldChg chg="modSp add mod">
        <pc:chgData name="Hemma Philamore" userId="db50e2f3-17b2-4cc0-b719-fb6254d3e9df" providerId="ADAL" clId="{35C0B9A2-A60C-57EC-AD9B-630767BE11FE}" dt="2025-11-12T16:58:45.314" v="3" actId="113"/>
        <pc:sldMkLst>
          <pc:docMk/>
          <pc:sldMk cId="3936444378" sldId="295"/>
        </pc:sldMkLst>
        <pc:spChg chg="mod">
          <ac:chgData name="Hemma Philamore" userId="db50e2f3-17b2-4cc0-b719-fb6254d3e9df" providerId="ADAL" clId="{35C0B9A2-A60C-57EC-AD9B-630767BE11FE}" dt="2025-11-12T16:58:45.314" v="3" actId="113"/>
          <ac:spMkLst>
            <pc:docMk/>
            <pc:sldMk cId="3936444378" sldId="295"/>
            <ac:spMk id="2" creationId="{4C2261A9-9C89-5BE7-3958-B04C8423F5AB}"/>
          </ac:spMkLst>
        </pc:spChg>
      </pc:sldChg>
      <pc:sldChg chg="modSp add mod">
        <pc:chgData name="Hemma Philamore" userId="db50e2f3-17b2-4cc0-b719-fb6254d3e9df" providerId="ADAL" clId="{35C0B9A2-A60C-57EC-AD9B-630767BE11FE}" dt="2025-11-12T16:58:49.055" v="4" actId="113"/>
        <pc:sldMkLst>
          <pc:docMk/>
          <pc:sldMk cId="2138147849" sldId="296"/>
        </pc:sldMkLst>
        <pc:spChg chg="mod">
          <ac:chgData name="Hemma Philamore" userId="db50e2f3-17b2-4cc0-b719-fb6254d3e9df" providerId="ADAL" clId="{35C0B9A2-A60C-57EC-AD9B-630767BE11FE}" dt="2025-11-12T16:58:49.055" v="4" actId="113"/>
          <ac:spMkLst>
            <pc:docMk/>
            <pc:sldMk cId="2138147849" sldId="296"/>
            <ac:spMk id="2" creationId="{2E427F20-F1DE-2F4E-76C5-EE3F34C4BA33}"/>
          </ac:spMkLst>
        </pc:spChg>
      </pc:sldChg>
      <pc:sldChg chg="modSp add mod">
        <pc:chgData name="Hemma Philamore" userId="db50e2f3-17b2-4cc0-b719-fb6254d3e9df" providerId="ADAL" clId="{35C0B9A2-A60C-57EC-AD9B-630767BE11FE}" dt="2025-11-12T16:58:53.661" v="5" actId="113"/>
        <pc:sldMkLst>
          <pc:docMk/>
          <pc:sldMk cId="2726237103" sldId="297"/>
        </pc:sldMkLst>
        <pc:spChg chg="mod">
          <ac:chgData name="Hemma Philamore" userId="db50e2f3-17b2-4cc0-b719-fb6254d3e9df" providerId="ADAL" clId="{35C0B9A2-A60C-57EC-AD9B-630767BE11FE}" dt="2025-11-12T16:58:53.661" v="5" actId="113"/>
          <ac:spMkLst>
            <pc:docMk/>
            <pc:sldMk cId="2726237103" sldId="297"/>
            <ac:spMk id="2" creationId="{5283CD27-11E6-2951-861A-908DCA9BDDDB}"/>
          </ac:spMkLst>
        </pc:spChg>
      </pc:sldChg>
      <pc:sldChg chg="modSp add mod">
        <pc:chgData name="Hemma Philamore" userId="db50e2f3-17b2-4cc0-b719-fb6254d3e9df" providerId="ADAL" clId="{35C0B9A2-A60C-57EC-AD9B-630767BE11FE}" dt="2025-11-12T16:58:56.551" v="6" actId="113"/>
        <pc:sldMkLst>
          <pc:docMk/>
          <pc:sldMk cId="1868874888" sldId="298"/>
        </pc:sldMkLst>
        <pc:spChg chg="mod">
          <ac:chgData name="Hemma Philamore" userId="db50e2f3-17b2-4cc0-b719-fb6254d3e9df" providerId="ADAL" clId="{35C0B9A2-A60C-57EC-AD9B-630767BE11FE}" dt="2025-11-12T16:58:56.551" v="6" actId="113"/>
          <ac:spMkLst>
            <pc:docMk/>
            <pc:sldMk cId="1868874888" sldId="298"/>
            <ac:spMk id="2" creationId="{B4A5FC6A-0F1E-6028-B917-6B7DF74AD7E1}"/>
          </ac:spMkLst>
        </pc:spChg>
      </pc:sldChg>
      <pc:sldChg chg="modSp add mod">
        <pc:chgData name="Hemma Philamore" userId="db50e2f3-17b2-4cc0-b719-fb6254d3e9df" providerId="ADAL" clId="{35C0B9A2-A60C-57EC-AD9B-630767BE11FE}" dt="2025-11-12T16:59:04.720" v="7" actId="113"/>
        <pc:sldMkLst>
          <pc:docMk/>
          <pc:sldMk cId="2304587539" sldId="299"/>
        </pc:sldMkLst>
        <pc:spChg chg="mod">
          <ac:chgData name="Hemma Philamore" userId="db50e2f3-17b2-4cc0-b719-fb6254d3e9df" providerId="ADAL" clId="{35C0B9A2-A60C-57EC-AD9B-630767BE11FE}" dt="2025-11-12T16:59:04.720" v="7" actId="113"/>
          <ac:spMkLst>
            <pc:docMk/>
            <pc:sldMk cId="2304587539" sldId="299"/>
            <ac:spMk id="2" creationId="{CA5F8137-4CE0-3EA3-4775-331AFFCE9CB3}"/>
          </ac:spMkLst>
        </pc:spChg>
      </pc:sldChg>
    </pc:docChg>
  </pc:docChgLst>
  <pc:docChgLst>
    <pc:chgData name="Hemma Philamore" userId="S::hp12384@bristol.ac.uk::db50e2f3-17b2-4cc0-b719-fb6254d3e9df" providerId="AD" clId="Web-{61AFCCFD-02DE-2908-9838-2ED3EC77D341}"/>
    <pc:docChg chg="addSld delSld modSld">
      <pc:chgData name="Hemma Philamore" userId="S::hp12384@bristol.ac.uk::db50e2f3-17b2-4cc0-b719-fb6254d3e9df" providerId="AD" clId="Web-{61AFCCFD-02DE-2908-9838-2ED3EC77D341}" dt="2025-11-13T11:46:14.253" v="1375" actId="20577"/>
      <pc:docMkLst>
        <pc:docMk/>
      </pc:docMkLst>
      <pc:sldChg chg="del">
        <pc:chgData name="Hemma Philamore" userId="S::hp12384@bristol.ac.uk::db50e2f3-17b2-4cc0-b719-fb6254d3e9df" providerId="AD" clId="Web-{61AFCCFD-02DE-2908-9838-2ED3EC77D341}" dt="2025-11-13T11:05:00.671" v="747"/>
        <pc:sldMkLst>
          <pc:docMk/>
          <pc:sldMk cId="4221052597" sldId="259"/>
        </pc:sldMkLst>
      </pc:sldChg>
      <pc:sldChg chg="del">
        <pc:chgData name="Hemma Philamore" userId="S::hp12384@bristol.ac.uk::db50e2f3-17b2-4cc0-b719-fb6254d3e9df" providerId="AD" clId="Web-{61AFCCFD-02DE-2908-9838-2ED3EC77D341}" dt="2025-11-13T11:05:01.811" v="748"/>
        <pc:sldMkLst>
          <pc:docMk/>
          <pc:sldMk cId="1314279568" sldId="260"/>
        </pc:sldMkLst>
      </pc:sldChg>
      <pc:sldChg chg="modSp">
        <pc:chgData name="Hemma Philamore" userId="S::hp12384@bristol.ac.uk::db50e2f3-17b2-4cc0-b719-fb6254d3e9df" providerId="AD" clId="Web-{61AFCCFD-02DE-2908-9838-2ED3EC77D341}" dt="2025-11-13T11:03:38.795" v="714" actId="20577"/>
        <pc:sldMkLst>
          <pc:docMk/>
          <pc:sldMk cId="2153083575" sldId="261"/>
        </pc:sldMkLst>
        <pc:spChg chg="mod">
          <ac:chgData name="Hemma Philamore" userId="S::hp12384@bristol.ac.uk::db50e2f3-17b2-4cc0-b719-fb6254d3e9df" providerId="AD" clId="Web-{61AFCCFD-02DE-2908-9838-2ED3EC77D341}" dt="2025-11-13T11:03:38.795" v="714" actId="20577"/>
          <ac:spMkLst>
            <pc:docMk/>
            <pc:sldMk cId="2153083575" sldId="261"/>
            <ac:spMk id="2" creationId="{A84C21A2-F786-1C93-3F6C-D987DA1BE21F}"/>
          </ac:spMkLst>
        </pc:spChg>
      </pc:sldChg>
      <pc:sldChg chg="del">
        <pc:chgData name="Hemma Philamore" userId="S::hp12384@bristol.ac.uk::db50e2f3-17b2-4cc0-b719-fb6254d3e9df" providerId="AD" clId="Web-{61AFCCFD-02DE-2908-9838-2ED3EC77D341}" dt="2025-11-13T11:05:02.077" v="749"/>
        <pc:sldMkLst>
          <pc:docMk/>
          <pc:sldMk cId="1792539004" sldId="262"/>
        </pc:sldMkLst>
      </pc:sldChg>
      <pc:sldChg chg="del">
        <pc:chgData name="Hemma Philamore" userId="S::hp12384@bristol.ac.uk::db50e2f3-17b2-4cc0-b719-fb6254d3e9df" providerId="AD" clId="Web-{61AFCCFD-02DE-2908-9838-2ED3EC77D341}" dt="2025-11-13T11:05:08.249" v="761"/>
        <pc:sldMkLst>
          <pc:docMk/>
          <pc:sldMk cId="4244005237" sldId="264"/>
        </pc:sldMkLst>
      </pc:sldChg>
      <pc:sldChg chg="del">
        <pc:chgData name="Hemma Philamore" userId="S::hp12384@bristol.ac.uk::db50e2f3-17b2-4cc0-b719-fb6254d3e9df" providerId="AD" clId="Web-{61AFCCFD-02DE-2908-9838-2ED3EC77D341}" dt="2025-11-13T11:05:08.249" v="760"/>
        <pc:sldMkLst>
          <pc:docMk/>
          <pc:sldMk cId="1679574716" sldId="265"/>
        </pc:sldMkLst>
      </pc:sldChg>
      <pc:sldChg chg="del">
        <pc:chgData name="Hemma Philamore" userId="S::hp12384@bristol.ac.uk::db50e2f3-17b2-4cc0-b719-fb6254d3e9df" providerId="AD" clId="Web-{61AFCCFD-02DE-2908-9838-2ED3EC77D341}" dt="2025-11-13T11:05:08.249" v="759"/>
        <pc:sldMkLst>
          <pc:docMk/>
          <pc:sldMk cId="3732990494" sldId="266"/>
        </pc:sldMkLst>
      </pc:sldChg>
      <pc:sldChg chg="del">
        <pc:chgData name="Hemma Philamore" userId="S::hp12384@bristol.ac.uk::db50e2f3-17b2-4cc0-b719-fb6254d3e9df" providerId="AD" clId="Web-{61AFCCFD-02DE-2908-9838-2ED3EC77D341}" dt="2025-11-13T11:05:08.249" v="758"/>
        <pc:sldMkLst>
          <pc:docMk/>
          <pc:sldMk cId="2917930390" sldId="267"/>
        </pc:sldMkLst>
      </pc:sldChg>
      <pc:sldChg chg="del">
        <pc:chgData name="Hemma Philamore" userId="S::hp12384@bristol.ac.uk::db50e2f3-17b2-4cc0-b719-fb6254d3e9df" providerId="AD" clId="Web-{61AFCCFD-02DE-2908-9838-2ED3EC77D341}" dt="2025-11-13T11:05:08.249" v="757"/>
        <pc:sldMkLst>
          <pc:docMk/>
          <pc:sldMk cId="2109424644" sldId="268"/>
        </pc:sldMkLst>
      </pc:sldChg>
      <pc:sldChg chg="del">
        <pc:chgData name="Hemma Philamore" userId="S::hp12384@bristol.ac.uk::db50e2f3-17b2-4cc0-b719-fb6254d3e9df" providerId="AD" clId="Web-{61AFCCFD-02DE-2908-9838-2ED3EC77D341}" dt="2025-11-13T11:05:08.233" v="756"/>
        <pc:sldMkLst>
          <pc:docMk/>
          <pc:sldMk cId="2260831756" sldId="269"/>
        </pc:sldMkLst>
      </pc:sldChg>
      <pc:sldChg chg="del">
        <pc:chgData name="Hemma Philamore" userId="S::hp12384@bristol.ac.uk::db50e2f3-17b2-4cc0-b719-fb6254d3e9df" providerId="AD" clId="Web-{61AFCCFD-02DE-2908-9838-2ED3EC77D341}" dt="2025-11-13T11:05:08.233" v="755"/>
        <pc:sldMkLst>
          <pc:docMk/>
          <pc:sldMk cId="812795140" sldId="270"/>
        </pc:sldMkLst>
      </pc:sldChg>
      <pc:sldChg chg="del">
        <pc:chgData name="Hemma Philamore" userId="S::hp12384@bristol.ac.uk::db50e2f3-17b2-4cc0-b719-fb6254d3e9df" providerId="AD" clId="Web-{61AFCCFD-02DE-2908-9838-2ED3EC77D341}" dt="2025-11-13T11:05:08.233" v="754"/>
        <pc:sldMkLst>
          <pc:docMk/>
          <pc:sldMk cId="328624789" sldId="271"/>
        </pc:sldMkLst>
      </pc:sldChg>
      <pc:sldChg chg="del">
        <pc:chgData name="Hemma Philamore" userId="S::hp12384@bristol.ac.uk::db50e2f3-17b2-4cc0-b719-fb6254d3e9df" providerId="AD" clId="Web-{61AFCCFD-02DE-2908-9838-2ED3EC77D341}" dt="2025-11-13T11:05:08.233" v="753"/>
        <pc:sldMkLst>
          <pc:docMk/>
          <pc:sldMk cId="2004130527" sldId="272"/>
        </pc:sldMkLst>
      </pc:sldChg>
      <pc:sldChg chg="del">
        <pc:chgData name="Hemma Philamore" userId="S::hp12384@bristol.ac.uk::db50e2f3-17b2-4cc0-b719-fb6254d3e9df" providerId="AD" clId="Web-{61AFCCFD-02DE-2908-9838-2ED3EC77D341}" dt="2025-11-13T11:05:08.233" v="752"/>
        <pc:sldMkLst>
          <pc:docMk/>
          <pc:sldMk cId="951130752" sldId="273"/>
        </pc:sldMkLst>
      </pc:sldChg>
      <pc:sldChg chg="addSp modSp add del">
        <pc:chgData name="Hemma Philamore" userId="S::hp12384@bristol.ac.uk::db50e2f3-17b2-4cc0-b719-fb6254d3e9df" providerId="AD" clId="Web-{61AFCCFD-02DE-2908-9838-2ED3EC77D341}" dt="2025-11-13T11:04:47.202" v="745" actId="1076"/>
        <pc:sldMkLst>
          <pc:docMk/>
          <pc:sldMk cId="449889715" sldId="274"/>
        </pc:sldMkLst>
        <pc:spChg chg="mod">
          <ac:chgData name="Hemma Philamore" userId="S::hp12384@bristol.ac.uk::db50e2f3-17b2-4cc0-b719-fb6254d3e9df" providerId="AD" clId="Web-{61AFCCFD-02DE-2908-9838-2ED3EC77D341}" dt="2025-11-13T11:04:43.921" v="744" actId="1076"/>
          <ac:spMkLst>
            <pc:docMk/>
            <pc:sldMk cId="449889715" sldId="274"/>
            <ac:spMk id="2" creationId="{88AED7D3-9D5A-B09B-DD25-9F40E1054A0C}"/>
          </ac:spMkLst>
        </pc:spChg>
        <pc:spChg chg="mod">
          <ac:chgData name="Hemma Philamore" userId="S::hp12384@bristol.ac.uk::db50e2f3-17b2-4cc0-b719-fb6254d3e9df" providerId="AD" clId="Web-{61AFCCFD-02DE-2908-9838-2ED3EC77D341}" dt="2025-11-13T11:04:47.202" v="745" actId="1076"/>
          <ac:spMkLst>
            <pc:docMk/>
            <pc:sldMk cId="449889715" sldId="274"/>
            <ac:spMk id="6" creationId="{76C09334-DEDC-30FD-6FC5-4BB504BD7075}"/>
          </ac:spMkLst>
        </pc:spChg>
        <pc:picChg chg="add mod">
          <ac:chgData name="Hemma Philamore" userId="S::hp12384@bristol.ac.uk::db50e2f3-17b2-4cc0-b719-fb6254d3e9df" providerId="AD" clId="Web-{61AFCCFD-02DE-2908-9838-2ED3EC77D341}" dt="2025-11-13T11:04:33.264" v="743" actId="1076"/>
          <ac:picMkLst>
            <pc:docMk/>
            <pc:sldMk cId="449889715" sldId="274"/>
            <ac:picMk id="3" creationId="{258B2B03-ACB2-1857-7ECC-3F86F05D1F7F}"/>
          </ac:picMkLst>
        </pc:picChg>
        <pc:picChg chg="mod">
          <ac:chgData name="Hemma Philamore" userId="S::hp12384@bristol.ac.uk::db50e2f3-17b2-4cc0-b719-fb6254d3e9df" providerId="AD" clId="Web-{61AFCCFD-02DE-2908-9838-2ED3EC77D341}" dt="2025-11-13T11:04:26.374" v="740" actId="1076"/>
          <ac:picMkLst>
            <pc:docMk/>
            <pc:sldMk cId="449889715" sldId="274"/>
            <ac:picMk id="5" creationId="{448CFB3E-A5F4-CF90-4C8A-DEC896EC1E8E}"/>
          </ac:picMkLst>
        </pc:picChg>
      </pc:sldChg>
      <pc:sldChg chg="del">
        <pc:chgData name="Hemma Philamore" userId="S::hp12384@bristol.ac.uk::db50e2f3-17b2-4cc0-b719-fb6254d3e9df" providerId="AD" clId="Web-{61AFCCFD-02DE-2908-9838-2ED3EC77D341}" dt="2025-11-13T11:05:08.233" v="751"/>
        <pc:sldMkLst>
          <pc:docMk/>
          <pc:sldMk cId="842479141" sldId="275"/>
        </pc:sldMkLst>
      </pc:sldChg>
      <pc:sldChg chg="delSp add del">
        <pc:chgData name="Hemma Philamore" userId="S::hp12384@bristol.ac.uk::db50e2f3-17b2-4cc0-b719-fb6254d3e9df" providerId="AD" clId="Web-{61AFCCFD-02DE-2908-9838-2ED3EC77D341}" dt="2025-11-13T11:04:52.577" v="746"/>
        <pc:sldMkLst>
          <pc:docMk/>
          <pc:sldMk cId="400333703" sldId="276"/>
        </pc:sldMkLst>
        <pc:picChg chg="del">
          <ac:chgData name="Hemma Philamore" userId="S::hp12384@bristol.ac.uk::db50e2f3-17b2-4cc0-b719-fb6254d3e9df" providerId="AD" clId="Web-{61AFCCFD-02DE-2908-9838-2ED3EC77D341}" dt="2025-11-13T11:04:28.483" v="741"/>
          <ac:picMkLst>
            <pc:docMk/>
            <pc:sldMk cId="400333703" sldId="276"/>
            <ac:picMk id="4" creationId="{E13DBD93-BD7D-7625-772A-9E6A16D1B9D5}"/>
          </ac:picMkLst>
        </pc:picChg>
      </pc:sldChg>
      <pc:sldChg chg="del">
        <pc:chgData name="Hemma Philamore" userId="S::hp12384@bristol.ac.uk::db50e2f3-17b2-4cc0-b719-fb6254d3e9df" providerId="AD" clId="Web-{61AFCCFD-02DE-2908-9838-2ED3EC77D341}" dt="2025-11-13T11:05:08.233" v="750"/>
        <pc:sldMkLst>
          <pc:docMk/>
          <pc:sldMk cId="2866765212" sldId="277"/>
        </pc:sldMkLst>
      </pc:sldChg>
      <pc:sldChg chg="del">
        <pc:chgData name="Hemma Philamore" userId="S::hp12384@bristol.ac.uk::db50e2f3-17b2-4cc0-b719-fb6254d3e9df" providerId="AD" clId="Web-{61AFCCFD-02DE-2908-9838-2ED3EC77D341}" dt="2025-11-13T11:05:10.452" v="762"/>
        <pc:sldMkLst>
          <pc:docMk/>
          <pc:sldMk cId="1090173244" sldId="278"/>
        </pc:sldMkLst>
      </pc:sldChg>
      <pc:sldChg chg="del">
        <pc:chgData name="Hemma Philamore" userId="S::hp12384@bristol.ac.uk::db50e2f3-17b2-4cc0-b719-fb6254d3e9df" providerId="AD" clId="Web-{61AFCCFD-02DE-2908-9838-2ED3EC77D341}" dt="2025-11-13T11:05:11.780" v="763"/>
        <pc:sldMkLst>
          <pc:docMk/>
          <pc:sldMk cId="3456998643" sldId="279"/>
        </pc:sldMkLst>
      </pc:sldChg>
      <pc:sldChg chg="modSp del">
        <pc:chgData name="Hemma Philamore" userId="S::hp12384@bristol.ac.uk::db50e2f3-17b2-4cc0-b719-fb6254d3e9df" providerId="AD" clId="Web-{61AFCCFD-02DE-2908-9838-2ED3EC77D341}" dt="2025-11-13T11:05:41.265" v="767"/>
        <pc:sldMkLst>
          <pc:docMk/>
          <pc:sldMk cId="1831995502" sldId="280"/>
        </pc:sldMkLst>
        <pc:spChg chg="mod">
          <ac:chgData name="Hemma Philamore" userId="S::hp12384@bristol.ac.uk::db50e2f3-17b2-4cc0-b719-fb6254d3e9df" providerId="AD" clId="Web-{61AFCCFD-02DE-2908-9838-2ED3EC77D341}" dt="2025-11-13T11:05:37.343" v="766" actId="20577"/>
          <ac:spMkLst>
            <pc:docMk/>
            <pc:sldMk cId="1831995502" sldId="280"/>
            <ac:spMk id="3" creationId="{88F3178F-3B83-42AB-6CA9-1B248FF3547F}"/>
          </ac:spMkLst>
        </pc:spChg>
      </pc:sldChg>
      <pc:sldChg chg="del">
        <pc:chgData name="Hemma Philamore" userId="S::hp12384@bristol.ac.uk::db50e2f3-17b2-4cc0-b719-fb6254d3e9df" providerId="AD" clId="Web-{61AFCCFD-02DE-2908-9838-2ED3EC77D341}" dt="2025-11-13T11:05:57.515" v="773"/>
        <pc:sldMkLst>
          <pc:docMk/>
          <pc:sldMk cId="2948484449" sldId="281"/>
        </pc:sldMkLst>
      </pc:sldChg>
      <pc:sldChg chg="del">
        <pc:chgData name="Hemma Philamore" userId="S::hp12384@bristol.ac.uk::db50e2f3-17b2-4cc0-b719-fb6254d3e9df" providerId="AD" clId="Web-{61AFCCFD-02DE-2908-9838-2ED3EC77D341}" dt="2025-11-13T11:08:06.613" v="788"/>
        <pc:sldMkLst>
          <pc:docMk/>
          <pc:sldMk cId="2083962188" sldId="282"/>
        </pc:sldMkLst>
      </pc:sldChg>
      <pc:sldChg chg="del">
        <pc:chgData name="Hemma Philamore" userId="S::hp12384@bristol.ac.uk::db50e2f3-17b2-4cc0-b719-fb6254d3e9df" providerId="AD" clId="Web-{61AFCCFD-02DE-2908-9838-2ED3EC77D341}" dt="2025-11-13T11:09:42.433" v="813"/>
        <pc:sldMkLst>
          <pc:docMk/>
          <pc:sldMk cId="48769108" sldId="283"/>
        </pc:sldMkLst>
      </pc:sldChg>
      <pc:sldChg chg="del">
        <pc:chgData name="Hemma Philamore" userId="S::hp12384@bristol.ac.uk::db50e2f3-17b2-4cc0-b719-fb6254d3e9df" providerId="AD" clId="Web-{61AFCCFD-02DE-2908-9838-2ED3EC77D341}" dt="2025-11-13T11:33:05.979" v="1136"/>
        <pc:sldMkLst>
          <pc:docMk/>
          <pc:sldMk cId="2823934773" sldId="284"/>
        </pc:sldMkLst>
      </pc:sldChg>
      <pc:sldChg chg="add del">
        <pc:chgData name="Hemma Philamore" userId="S::hp12384@bristol.ac.uk::db50e2f3-17b2-4cc0-b719-fb6254d3e9df" providerId="AD" clId="Web-{61AFCCFD-02DE-2908-9838-2ED3EC77D341}" dt="2025-11-13T11:10:56.031" v="852"/>
        <pc:sldMkLst>
          <pc:docMk/>
          <pc:sldMk cId="440060542" sldId="285"/>
        </pc:sldMkLst>
      </pc:sldChg>
      <pc:sldChg chg="del">
        <pc:chgData name="Hemma Philamore" userId="S::hp12384@bristol.ac.uk::db50e2f3-17b2-4cc0-b719-fb6254d3e9df" providerId="AD" clId="Web-{61AFCCFD-02DE-2908-9838-2ED3EC77D341}" dt="2025-11-13T11:10:58.125" v="853"/>
        <pc:sldMkLst>
          <pc:docMk/>
          <pc:sldMk cId="2303881654" sldId="286"/>
        </pc:sldMkLst>
      </pc:sldChg>
      <pc:sldChg chg="del">
        <pc:chgData name="Hemma Philamore" userId="S::hp12384@bristol.ac.uk::db50e2f3-17b2-4cc0-b719-fb6254d3e9df" providerId="AD" clId="Web-{61AFCCFD-02DE-2908-9838-2ED3EC77D341}" dt="2025-11-13T11:27:28.654" v="986"/>
        <pc:sldMkLst>
          <pc:docMk/>
          <pc:sldMk cId="3183015832" sldId="287"/>
        </pc:sldMkLst>
      </pc:sldChg>
      <pc:sldChg chg="del">
        <pc:chgData name="Hemma Philamore" userId="S::hp12384@bristol.ac.uk::db50e2f3-17b2-4cc0-b719-fb6254d3e9df" providerId="AD" clId="Web-{61AFCCFD-02DE-2908-9838-2ED3EC77D341}" dt="2025-11-13T11:27:33.389" v="987"/>
        <pc:sldMkLst>
          <pc:docMk/>
          <pc:sldMk cId="3670600873" sldId="288"/>
        </pc:sldMkLst>
      </pc:sldChg>
      <pc:sldChg chg="del">
        <pc:chgData name="Hemma Philamore" userId="S::hp12384@bristol.ac.uk::db50e2f3-17b2-4cc0-b719-fb6254d3e9df" providerId="AD" clId="Web-{61AFCCFD-02DE-2908-9838-2ED3EC77D341}" dt="2025-11-13T11:27:35.170" v="988"/>
        <pc:sldMkLst>
          <pc:docMk/>
          <pc:sldMk cId="4088998689" sldId="289"/>
        </pc:sldMkLst>
      </pc:sldChg>
      <pc:sldChg chg="modSp">
        <pc:chgData name="Hemma Philamore" userId="S::hp12384@bristol.ac.uk::db50e2f3-17b2-4cc0-b719-fb6254d3e9df" providerId="AD" clId="Web-{61AFCCFD-02DE-2908-9838-2ED3EC77D341}" dt="2025-11-13T11:28:24.532" v="1002" actId="20577"/>
        <pc:sldMkLst>
          <pc:docMk/>
          <pc:sldMk cId="1722146600" sldId="291"/>
        </pc:sldMkLst>
        <pc:spChg chg="mod">
          <ac:chgData name="Hemma Philamore" userId="S::hp12384@bristol.ac.uk::db50e2f3-17b2-4cc0-b719-fb6254d3e9df" providerId="AD" clId="Web-{61AFCCFD-02DE-2908-9838-2ED3EC77D341}" dt="2025-11-13T11:28:01.844" v="997" actId="20577"/>
          <ac:spMkLst>
            <pc:docMk/>
            <pc:sldMk cId="1722146600" sldId="291"/>
            <ac:spMk id="2" creationId="{4D85C133-4115-A540-EB8A-D359082392AB}"/>
          </ac:spMkLst>
        </pc:spChg>
        <pc:spChg chg="mod">
          <ac:chgData name="Hemma Philamore" userId="S::hp12384@bristol.ac.uk::db50e2f3-17b2-4cc0-b719-fb6254d3e9df" providerId="AD" clId="Web-{61AFCCFD-02DE-2908-9838-2ED3EC77D341}" dt="2025-11-13T11:28:24.532" v="1002" actId="20577"/>
          <ac:spMkLst>
            <pc:docMk/>
            <pc:sldMk cId="1722146600" sldId="291"/>
            <ac:spMk id="3" creationId="{A0AC4888-F98A-DEFD-EC0D-99F0FA4CD308}"/>
          </ac:spMkLst>
        </pc:spChg>
      </pc:sldChg>
      <pc:sldChg chg="modSp">
        <pc:chgData name="Hemma Philamore" userId="S::hp12384@bristol.ac.uk::db50e2f3-17b2-4cc0-b719-fb6254d3e9df" providerId="AD" clId="Web-{61AFCCFD-02DE-2908-9838-2ED3EC77D341}" dt="2025-11-13T09:23:45.045" v="100" actId="20577"/>
        <pc:sldMkLst>
          <pc:docMk/>
          <pc:sldMk cId="1683815602" sldId="292"/>
        </pc:sldMkLst>
        <pc:spChg chg="mod">
          <ac:chgData name="Hemma Philamore" userId="S::hp12384@bristol.ac.uk::db50e2f3-17b2-4cc0-b719-fb6254d3e9df" providerId="AD" clId="Web-{61AFCCFD-02DE-2908-9838-2ED3EC77D341}" dt="2025-11-13T09:23:45.045" v="100" actId="20577"/>
          <ac:spMkLst>
            <pc:docMk/>
            <pc:sldMk cId="1683815602" sldId="292"/>
            <ac:spMk id="3" creationId="{E0EC50E3-106B-3BD4-CA21-FAFE8A4D4754}"/>
          </ac:spMkLst>
        </pc:spChg>
      </pc:sldChg>
      <pc:sldChg chg="del">
        <pc:chgData name="Hemma Philamore" userId="S::hp12384@bristol.ac.uk::db50e2f3-17b2-4cc0-b719-fb6254d3e9df" providerId="AD" clId="Web-{61AFCCFD-02DE-2908-9838-2ED3EC77D341}" dt="2025-11-13T10:53:18.731" v="549"/>
        <pc:sldMkLst>
          <pc:docMk/>
          <pc:sldMk cId="3447267484" sldId="293"/>
        </pc:sldMkLst>
      </pc:sldChg>
      <pc:sldChg chg="del">
        <pc:chgData name="Hemma Philamore" userId="S::hp12384@bristol.ac.uk::db50e2f3-17b2-4cc0-b719-fb6254d3e9df" providerId="AD" clId="Web-{61AFCCFD-02DE-2908-9838-2ED3EC77D341}" dt="2025-11-13T11:10:54.749" v="851"/>
        <pc:sldMkLst>
          <pc:docMk/>
          <pc:sldMk cId="1400658100" sldId="294"/>
        </pc:sldMkLst>
      </pc:sldChg>
      <pc:sldChg chg="addSp modSp">
        <pc:chgData name="Hemma Philamore" userId="S::hp12384@bristol.ac.uk::db50e2f3-17b2-4cc0-b719-fb6254d3e9df" providerId="AD" clId="Web-{61AFCCFD-02DE-2908-9838-2ED3EC77D341}" dt="2025-11-13T11:31:58.540" v="1118" actId="20577"/>
        <pc:sldMkLst>
          <pc:docMk/>
          <pc:sldMk cId="3936444378" sldId="295"/>
        </pc:sldMkLst>
        <pc:spChg chg="mod">
          <ac:chgData name="Hemma Philamore" userId="S::hp12384@bristol.ac.uk::db50e2f3-17b2-4cc0-b719-fb6254d3e9df" providerId="AD" clId="Web-{61AFCCFD-02DE-2908-9838-2ED3EC77D341}" dt="2025-11-13T09:36:41.331" v="181" actId="20577"/>
          <ac:spMkLst>
            <pc:docMk/>
            <pc:sldMk cId="3936444378" sldId="295"/>
            <ac:spMk id="2" creationId="{4C2261A9-9C89-5BE7-3958-B04C8423F5AB}"/>
          </ac:spMkLst>
        </pc:spChg>
        <pc:spChg chg="mod">
          <ac:chgData name="Hemma Philamore" userId="S::hp12384@bristol.ac.uk::db50e2f3-17b2-4cc0-b719-fb6254d3e9df" providerId="AD" clId="Web-{61AFCCFD-02DE-2908-9838-2ED3EC77D341}" dt="2025-11-13T11:31:58.540" v="1118" actId="20577"/>
          <ac:spMkLst>
            <pc:docMk/>
            <pc:sldMk cId="3936444378" sldId="295"/>
            <ac:spMk id="3" creationId="{264B74A9-8F12-37AC-C292-521189E84F5B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09:29:52.934" v="119" actId="1076"/>
          <ac:spMkLst>
            <pc:docMk/>
            <pc:sldMk cId="3936444378" sldId="295"/>
            <ac:spMk id="7" creationId="{FD36B11F-07AD-C068-7E38-7FC2BDD7923A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09:30:54.295" v="137" actId="20577"/>
          <ac:spMkLst>
            <pc:docMk/>
            <pc:sldMk cId="3936444378" sldId="295"/>
            <ac:spMk id="8" creationId="{DE8E64A8-A77D-5B9B-7C59-546199E55AA5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09:43:03.158" v="323" actId="1076"/>
          <ac:spMkLst>
            <pc:docMk/>
            <pc:sldMk cId="3936444378" sldId="295"/>
            <ac:spMk id="9" creationId="{00AA513E-F2DB-40F6-127E-4BC19590E56F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09:43:30.710" v="341" actId="1076"/>
          <ac:spMkLst>
            <pc:docMk/>
            <pc:sldMk cId="3936444378" sldId="295"/>
            <ac:spMk id="10" creationId="{A002B57D-314D-C46A-9E71-A286936BF9D1}"/>
          </ac:spMkLst>
        </pc:spChg>
        <pc:picChg chg="add mod">
          <ac:chgData name="Hemma Philamore" userId="S::hp12384@bristol.ac.uk::db50e2f3-17b2-4cc0-b719-fb6254d3e9df" providerId="AD" clId="Web-{61AFCCFD-02DE-2908-9838-2ED3EC77D341}" dt="2025-11-13T09:31:16.982" v="138"/>
          <ac:picMkLst>
            <pc:docMk/>
            <pc:sldMk cId="3936444378" sldId="295"/>
            <ac:picMk id="4" creationId="{07767D9E-1A58-FF01-1FDC-71A3BB3D6B35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09:31:22.358" v="139"/>
          <ac:picMkLst>
            <pc:docMk/>
            <pc:sldMk cId="3936444378" sldId="295"/>
            <ac:picMk id="5" creationId="{7EFD48AA-685D-949E-9C8E-CA9D0AA45EC9}"/>
          </ac:picMkLst>
        </pc:picChg>
      </pc:sldChg>
      <pc:sldChg chg="addSp delSp modSp">
        <pc:chgData name="Hemma Philamore" userId="S::hp12384@bristol.ac.uk::db50e2f3-17b2-4cc0-b719-fb6254d3e9df" providerId="AD" clId="Web-{61AFCCFD-02DE-2908-9838-2ED3EC77D341}" dt="2025-11-13T11:44:37.186" v="1347"/>
        <pc:sldMkLst>
          <pc:docMk/>
          <pc:sldMk cId="2138147849" sldId="296"/>
        </pc:sldMkLst>
        <pc:spChg chg="mod">
          <ac:chgData name="Hemma Philamore" userId="S::hp12384@bristol.ac.uk::db50e2f3-17b2-4cc0-b719-fb6254d3e9df" providerId="AD" clId="Web-{61AFCCFD-02DE-2908-9838-2ED3EC77D341}" dt="2025-11-13T09:36:44.440" v="182" actId="20577"/>
          <ac:spMkLst>
            <pc:docMk/>
            <pc:sldMk cId="2138147849" sldId="296"/>
            <ac:spMk id="2" creationId="{2E427F20-F1DE-2F4E-76C5-EE3F34C4BA33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09:36:19.096" v="179" actId="1076"/>
          <ac:spMkLst>
            <pc:docMk/>
            <pc:sldMk cId="2138147849" sldId="296"/>
            <ac:spMk id="6" creationId="{08C8FB78-41A6-1123-0915-79716B01FCAF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09:44:07.341" v="349" actId="1076"/>
          <ac:spMkLst>
            <pc:docMk/>
            <pc:sldMk cId="2138147849" sldId="296"/>
            <ac:spMk id="8" creationId="{9F345907-A2CE-9529-10B2-330DEDCF1818}"/>
          </ac:spMkLst>
        </pc:spChg>
        <pc:spChg chg="add del mod">
          <ac:chgData name="Hemma Philamore" userId="S::hp12384@bristol.ac.uk::db50e2f3-17b2-4cc0-b719-fb6254d3e9df" providerId="AD" clId="Web-{61AFCCFD-02DE-2908-9838-2ED3EC77D341}" dt="2025-11-13T09:43:51.182" v="346"/>
          <ac:spMkLst>
            <pc:docMk/>
            <pc:sldMk cId="2138147849" sldId="296"/>
            <ac:spMk id="10" creationId="{0CDFA7A1-AF67-646A-A718-0C6EC9E0D2A8}"/>
          </ac:spMkLst>
        </pc:spChg>
        <pc:picChg chg="add mod">
          <ac:chgData name="Hemma Philamore" userId="S::hp12384@bristol.ac.uk::db50e2f3-17b2-4cc0-b719-fb6254d3e9df" providerId="AD" clId="Web-{61AFCCFD-02DE-2908-9838-2ED3EC77D341}" dt="2025-11-13T11:44:37.186" v="1347"/>
          <ac:picMkLst>
            <pc:docMk/>
            <pc:sldMk cId="2138147849" sldId="296"/>
            <ac:picMk id="4" creationId="{9318E3B6-4566-626E-5F01-241218F86934}"/>
          </ac:picMkLst>
        </pc:picChg>
      </pc:sldChg>
      <pc:sldChg chg="modSp">
        <pc:chgData name="Hemma Philamore" userId="S::hp12384@bristol.ac.uk::db50e2f3-17b2-4cc0-b719-fb6254d3e9df" providerId="AD" clId="Web-{61AFCCFD-02DE-2908-9838-2ED3EC77D341}" dt="2025-11-13T11:32:22.431" v="1134" actId="20577"/>
        <pc:sldMkLst>
          <pc:docMk/>
          <pc:sldMk cId="2726237103" sldId="297"/>
        </pc:sldMkLst>
        <pc:spChg chg="mod">
          <ac:chgData name="Hemma Philamore" userId="S::hp12384@bristol.ac.uk::db50e2f3-17b2-4cc0-b719-fb6254d3e9df" providerId="AD" clId="Web-{61AFCCFD-02DE-2908-9838-2ED3EC77D341}" dt="2025-11-13T09:39:11.036" v="279" actId="20577"/>
          <ac:spMkLst>
            <pc:docMk/>
            <pc:sldMk cId="2726237103" sldId="297"/>
            <ac:spMk id="2" creationId="{5283CD27-11E6-2951-861A-908DCA9BDDDB}"/>
          </ac:spMkLst>
        </pc:spChg>
        <pc:spChg chg="mod">
          <ac:chgData name="Hemma Philamore" userId="S::hp12384@bristol.ac.uk::db50e2f3-17b2-4cc0-b719-fb6254d3e9df" providerId="AD" clId="Web-{61AFCCFD-02DE-2908-9838-2ED3EC77D341}" dt="2025-11-13T11:32:22.431" v="1134" actId="20577"/>
          <ac:spMkLst>
            <pc:docMk/>
            <pc:sldMk cId="2726237103" sldId="297"/>
            <ac:spMk id="3" creationId="{B9A4CB4D-DD33-FC60-D6CE-5D5B95168EFA}"/>
          </ac:spMkLst>
        </pc:spChg>
      </pc:sldChg>
      <pc:sldChg chg="addSp delSp modSp">
        <pc:chgData name="Hemma Philamore" userId="S::hp12384@bristol.ac.uk::db50e2f3-17b2-4cc0-b719-fb6254d3e9df" providerId="AD" clId="Web-{61AFCCFD-02DE-2908-9838-2ED3EC77D341}" dt="2025-11-13T11:32:44.588" v="1135" actId="20577"/>
        <pc:sldMkLst>
          <pc:docMk/>
          <pc:sldMk cId="1868874888" sldId="298"/>
        </pc:sldMkLst>
        <pc:spChg chg="mod">
          <ac:chgData name="Hemma Philamore" userId="S::hp12384@bristol.ac.uk::db50e2f3-17b2-4cc0-b719-fb6254d3e9df" providerId="AD" clId="Web-{61AFCCFD-02DE-2908-9838-2ED3EC77D341}" dt="2025-11-13T10:45:44.543" v="425" actId="20577"/>
          <ac:spMkLst>
            <pc:docMk/>
            <pc:sldMk cId="1868874888" sldId="298"/>
            <ac:spMk id="2" creationId="{B4A5FC6A-0F1E-6028-B917-6B7DF74AD7E1}"/>
          </ac:spMkLst>
        </pc:spChg>
        <pc:spChg chg="mod">
          <ac:chgData name="Hemma Philamore" userId="S::hp12384@bristol.ac.uk::db50e2f3-17b2-4cc0-b719-fb6254d3e9df" providerId="AD" clId="Web-{61AFCCFD-02DE-2908-9838-2ED3EC77D341}" dt="2025-11-13T11:32:44.588" v="1135" actId="20577"/>
          <ac:spMkLst>
            <pc:docMk/>
            <pc:sldMk cId="1868874888" sldId="298"/>
            <ac:spMk id="3" creationId="{D7EDD503-792D-D108-1E62-DDEBB517F4D0}"/>
          </ac:spMkLst>
        </pc:spChg>
        <pc:picChg chg="add del mod">
          <ac:chgData name="Hemma Philamore" userId="S::hp12384@bristol.ac.uk::db50e2f3-17b2-4cc0-b719-fb6254d3e9df" providerId="AD" clId="Web-{61AFCCFD-02DE-2908-9838-2ED3EC77D341}" dt="2025-11-13T10:48:26.248" v="459"/>
          <ac:picMkLst>
            <pc:docMk/>
            <pc:sldMk cId="1868874888" sldId="298"/>
            <ac:picMk id="4" creationId="{CC8D6134-B294-EC98-142D-0464BE4B20B4}"/>
          </ac:picMkLst>
        </pc:picChg>
        <pc:picChg chg="add del mod">
          <ac:chgData name="Hemma Philamore" userId="S::hp12384@bristol.ac.uk::db50e2f3-17b2-4cc0-b719-fb6254d3e9df" providerId="AD" clId="Web-{61AFCCFD-02DE-2908-9838-2ED3EC77D341}" dt="2025-11-13T10:48:25.217" v="458"/>
          <ac:picMkLst>
            <pc:docMk/>
            <pc:sldMk cId="1868874888" sldId="298"/>
            <ac:picMk id="5" creationId="{9F6AEFB3-BC0D-AA87-CC97-2DAEDD6DF1D4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09:16.431" v="800" actId="1076"/>
          <ac:picMkLst>
            <pc:docMk/>
            <pc:sldMk cId="1868874888" sldId="298"/>
            <ac:picMk id="7" creationId="{7F6228E4-7F7F-64EA-83B1-0E01412BD66B}"/>
          </ac:picMkLst>
        </pc:picChg>
      </pc:sldChg>
      <pc:sldChg chg="modSp">
        <pc:chgData name="Hemma Philamore" userId="S::hp12384@bristol.ac.uk::db50e2f3-17b2-4cc0-b719-fb6254d3e9df" providerId="AD" clId="Web-{61AFCCFD-02DE-2908-9838-2ED3EC77D341}" dt="2025-11-13T10:55:28.565" v="558" actId="20577"/>
        <pc:sldMkLst>
          <pc:docMk/>
          <pc:sldMk cId="2304587539" sldId="299"/>
        </pc:sldMkLst>
        <pc:spChg chg="mod">
          <ac:chgData name="Hemma Philamore" userId="S::hp12384@bristol.ac.uk::db50e2f3-17b2-4cc0-b719-fb6254d3e9df" providerId="AD" clId="Web-{61AFCCFD-02DE-2908-9838-2ED3EC77D341}" dt="2025-11-13T10:55:28.565" v="558" actId="20577"/>
          <ac:spMkLst>
            <pc:docMk/>
            <pc:sldMk cId="2304587539" sldId="299"/>
            <ac:spMk id="3" creationId="{CDF54F4E-37F1-348B-960A-77ED98DC050B}"/>
          </ac:spMkLst>
        </pc:spChg>
      </pc:sldChg>
      <pc:sldChg chg="addSp delSp modSp add replId">
        <pc:chgData name="Hemma Philamore" userId="S::hp12384@bristol.ac.uk::db50e2f3-17b2-4cc0-b719-fb6254d3e9df" providerId="AD" clId="Web-{61AFCCFD-02DE-2908-9838-2ED3EC77D341}" dt="2025-11-13T11:44:41.593" v="1348"/>
        <pc:sldMkLst>
          <pc:docMk/>
          <pc:sldMk cId="1708333522" sldId="300"/>
        </pc:sldMkLst>
        <pc:spChg chg="mod">
          <ac:chgData name="Hemma Philamore" userId="S::hp12384@bristol.ac.uk::db50e2f3-17b2-4cc0-b719-fb6254d3e9df" providerId="AD" clId="Web-{61AFCCFD-02DE-2908-9838-2ED3EC77D341}" dt="2025-11-13T09:36:48.097" v="184" actId="20577"/>
          <ac:spMkLst>
            <pc:docMk/>
            <pc:sldMk cId="1708333522" sldId="300"/>
            <ac:spMk id="2" creationId="{8AFA0DA2-9A8D-E05C-ABC7-2E024EB5A747}"/>
          </ac:spMkLst>
        </pc:spChg>
        <pc:spChg chg="mod">
          <ac:chgData name="Hemma Philamore" userId="S::hp12384@bristol.ac.uk::db50e2f3-17b2-4cc0-b719-fb6254d3e9df" providerId="AD" clId="Web-{61AFCCFD-02DE-2908-9838-2ED3EC77D341}" dt="2025-11-13T09:37:23.863" v="189" actId="1076"/>
          <ac:spMkLst>
            <pc:docMk/>
            <pc:sldMk cId="1708333522" sldId="300"/>
            <ac:spMk id="3" creationId="{769AAC4D-3697-F183-58A4-A67F3583B9E2}"/>
          </ac:spMkLst>
        </pc:spChg>
        <pc:spChg chg="mod">
          <ac:chgData name="Hemma Philamore" userId="S::hp12384@bristol.ac.uk::db50e2f3-17b2-4cc0-b719-fb6254d3e9df" providerId="AD" clId="Web-{61AFCCFD-02DE-2908-9838-2ED3EC77D341}" dt="2025-11-13T09:39:00.426" v="276" actId="1076"/>
          <ac:spMkLst>
            <pc:docMk/>
            <pc:sldMk cId="1708333522" sldId="300"/>
            <ac:spMk id="6" creationId="{1E1CB8AB-C632-E3B3-55B2-4988790153A7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09:44:01.590" v="348" actId="1076"/>
          <ac:spMkLst>
            <pc:docMk/>
            <pc:sldMk cId="1708333522" sldId="300"/>
            <ac:spMk id="7" creationId="{0CDFA7A1-AF67-646A-A718-0C6EC9E0D2A8}"/>
          </ac:spMkLst>
        </pc:spChg>
        <pc:picChg chg="del">
          <ac:chgData name="Hemma Philamore" userId="S::hp12384@bristol.ac.uk::db50e2f3-17b2-4cc0-b719-fb6254d3e9df" providerId="AD" clId="Web-{61AFCCFD-02DE-2908-9838-2ED3EC77D341}" dt="2025-11-13T09:37:14.894" v="185"/>
          <ac:picMkLst>
            <pc:docMk/>
            <pc:sldMk cId="1708333522" sldId="300"/>
            <ac:picMk id="4" creationId="{4075153D-9462-8A75-45BD-4CF3012B6E10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44:41.593" v="1348"/>
          <ac:picMkLst>
            <pc:docMk/>
            <pc:sldMk cId="1708333522" sldId="300"/>
            <ac:picMk id="5" creationId="{BD994F6B-6D08-54B2-C128-35C003BA8CA0}"/>
          </ac:picMkLst>
        </pc:picChg>
      </pc:sldChg>
      <pc:sldChg chg="addSp delSp modSp add replId">
        <pc:chgData name="Hemma Philamore" userId="S::hp12384@bristol.ac.uk::db50e2f3-17b2-4cc0-b719-fb6254d3e9df" providerId="AD" clId="Web-{61AFCCFD-02DE-2908-9838-2ED3EC77D341}" dt="2025-11-13T11:44:50.046" v="1350"/>
        <pc:sldMkLst>
          <pc:docMk/>
          <pc:sldMk cId="609883526" sldId="301"/>
        </pc:sldMkLst>
        <pc:spChg chg="del">
          <ac:chgData name="Hemma Philamore" userId="S::hp12384@bristol.ac.uk::db50e2f3-17b2-4cc0-b719-fb6254d3e9df" providerId="AD" clId="Web-{61AFCCFD-02DE-2908-9838-2ED3EC77D341}" dt="2025-11-13T09:44:17.577" v="350"/>
          <ac:spMkLst>
            <pc:docMk/>
            <pc:sldMk cId="609883526" sldId="301"/>
            <ac:spMk id="3" creationId="{5AD7F9CC-5811-7E77-CD32-6843F1627DD5}"/>
          </ac:spMkLst>
        </pc:spChg>
        <pc:spChg chg="add del mod">
          <ac:chgData name="Hemma Philamore" userId="S::hp12384@bristol.ac.uk::db50e2f3-17b2-4cc0-b719-fb6254d3e9df" providerId="AD" clId="Web-{61AFCCFD-02DE-2908-9838-2ED3EC77D341}" dt="2025-11-13T09:44:49.300" v="353"/>
          <ac:spMkLst>
            <pc:docMk/>
            <pc:sldMk cId="609883526" sldId="301"/>
            <ac:spMk id="5" creationId="{4EAD9056-473F-831C-54D4-7081D7C6AB25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09:45:31.181" v="363" actId="1076"/>
          <ac:spMkLst>
            <pc:docMk/>
            <pc:sldMk cId="609883526" sldId="301"/>
            <ac:spMk id="9" creationId="{155EECAD-A041-5E99-5197-4581DEE1DE71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09:45:44.776" v="365" actId="1076"/>
          <ac:spMkLst>
            <pc:docMk/>
            <pc:sldMk cId="609883526" sldId="301"/>
            <ac:spMk id="11" creationId="{1C628C9A-765E-8AEC-0B43-DBDCD6CA4767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09:48:30.321" v="377" actId="20577"/>
          <ac:spMkLst>
            <pc:docMk/>
            <pc:sldMk cId="609883526" sldId="301"/>
            <ac:spMk id="13" creationId="{5CDE50BB-391F-669D-A1BE-65E9DCDAF51C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09:48:58.932" v="383" actId="14100"/>
          <ac:spMkLst>
            <pc:docMk/>
            <pc:sldMk cId="609883526" sldId="301"/>
            <ac:spMk id="14" creationId="{CEDDB841-4FF6-A9F3-A422-A15D24EF42F1}"/>
          </ac:spMkLst>
        </pc:spChg>
        <pc:picChg chg="add mod ord">
          <ac:chgData name="Hemma Philamore" userId="S::hp12384@bristol.ac.uk::db50e2f3-17b2-4cc0-b719-fb6254d3e9df" providerId="AD" clId="Web-{61AFCCFD-02DE-2908-9838-2ED3EC77D341}" dt="2025-11-13T11:44:46.859" v="1349"/>
          <ac:picMkLst>
            <pc:docMk/>
            <pc:sldMk cId="609883526" sldId="301"/>
            <ac:picMk id="6" creationId="{6241B32E-15FF-B518-FD1C-9666BC7CB1E9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44:50.046" v="1350"/>
          <ac:picMkLst>
            <pc:docMk/>
            <pc:sldMk cId="609883526" sldId="301"/>
            <ac:picMk id="7" creationId="{01F1A521-B1C0-7C1F-0533-418D7B149BCA}"/>
          </ac:picMkLst>
        </pc:picChg>
      </pc:sldChg>
      <pc:sldChg chg="addSp delSp modSp add replId">
        <pc:chgData name="Hemma Philamore" userId="S::hp12384@bristol.ac.uk::db50e2f3-17b2-4cc0-b719-fb6254d3e9df" providerId="AD" clId="Web-{61AFCCFD-02DE-2908-9838-2ED3EC77D341}" dt="2025-11-13T11:44:57.094" v="1352"/>
        <pc:sldMkLst>
          <pc:docMk/>
          <pc:sldMk cId="1031749785" sldId="302"/>
        </pc:sldMkLst>
        <pc:spChg chg="del">
          <ac:chgData name="Hemma Philamore" userId="S::hp12384@bristol.ac.uk::db50e2f3-17b2-4cc0-b719-fb6254d3e9df" providerId="AD" clId="Web-{61AFCCFD-02DE-2908-9838-2ED3EC77D341}" dt="2025-11-13T10:44:40.761" v="415"/>
          <ac:spMkLst>
            <pc:docMk/>
            <pc:sldMk cId="1031749785" sldId="302"/>
            <ac:spMk id="2" creationId="{32E06C6F-5E29-6F82-EE8A-6FBC47FDCBC9}"/>
          </ac:spMkLst>
        </pc:spChg>
        <pc:spChg chg="del">
          <ac:chgData name="Hemma Philamore" userId="S::hp12384@bristol.ac.uk::db50e2f3-17b2-4cc0-b719-fb6254d3e9df" providerId="AD" clId="Web-{61AFCCFD-02DE-2908-9838-2ED3EC77D341}" dt="2025-11-13T09:44:20.578" v="351"/>
          <ac:spMkLst>
            <pc:docMk/>
            <pc:sldMk cId="1031749785" sldId="302"/>
            <ac:spMk id="3" creationId="{40C14228-0537-0919-476A-8CE1D749533B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0:50:56.049" v="491" actId="1076"/>
          <ac:spMkLst>
            <pc:docMk/>
            <pc:sldMk cId="1031749785" sldId="302"/>
            <ac:spMk id="4" creationId="{10A04F12-4948-827E-D478-B6EB017075FE}"/>
          </ac:spMkLst>
        </pc:spChg>
        <pc:spChg chg="add del mod">
          <ac:chgData name="Hemma Philamore" userId="S::hp12384@bristol.ac.uk::db50e2f3-17b2-4cc0-b719-fb6254d3e9df" providerId="AD" clId="Web-{61AFCCFD-02DE-2908-9838-2ED3EC77D341}" dt="2025-11-13T09:49:18.887" v="384"/>
          <ac:spMkLst>
            <pc:docMk/>
            <pc:sldMk cId="1031749785" sldId="302"/>
            <ac:spMk id="5" creationId="{CDE04310-8E1B-40A2-267F-79BEB5A37CCF}"/>
          </ac:spMkLst>
        </pc:spChg>
        <pc:spChg chg="add del mod">
          <ac:chgData name="Hemma Philamore" userId="S::hp12384@bristol.ac.uk::db50e2f3-17b2-4cc0-b719-fb6254d3e9df" providerId="AD" clId="Web-{61AFCCFD-02DE-2908-9838-2ED3EC77D341}" dt="2025-11-13T10:44:50.605" v="418"/>
          <ac:spMkLst>
            <pc:docMk/>
            <pc:sldMk cId="1031749785" sldId="302"/>
            <ac:spMk id="8" creationId="{20DD0ED2-3E52-F9C4-6D19-6C760AAFF891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0:45:17.558" v="423" actId="1076"/>
          <ac:spMkLst>
            <pc:docMk/>
            <pc:sldMk cId="1031749785" sldId="302"/>
            <ac:spMk id="10" creationId="{FB70691F-8F5E-C77E-3B15-3F3669975D77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0:45:12.308" v="422" actId="1076"/>
          <ac:spMkLst>
            <pc:docMk/>
            <pc:sldMk cId="1031749785" sldId="302"/>
            <ac:spMk id="12" creationId="{84E6CDDA-3098-B803-B3F6-2D25ACCB74FE}"/>
          </ac:spMkLst>
        </pc:spChg>
        <pc:picChg chg="add mod">
          <ac:chgData name="Hemma Philamore" userId="S::hp12384@bristol.ac.uk::db50e2f3-17b2-4cc0-b719-fb6254d3e9df" providerId="AD" clId="Web-{61AFCCFD-02DE-2908-9838-2ED3EC77D341}" dt="2025-11-13T11:44:54.187" v="1351"/>
          <ac:picMkLst>
            <pc:docMk/>
            <pc:sldMk cId="1031749785" sldId="302"/>
            <ac:picMk id="3" creationId="{C8CE0A31-8F3A-1C91-147C-B7D86288DAAF}"/>
          </ac:picMkLst>
        </pc:picChg>
        <pc:picChg chg="add del mod">
          <ac:chgData name="Hemma Philamore" userId="S::hp12384@bristol.ac.uk::db50e2f3-17b2-4cc0-b719-fb6254d3e9df" providerId="AD" clId="Web-{61AFCCFD-02DE-2908-9838-2ED3EC77D341}" dt="2025-11-13T10:40:50.757" v="389"/>
          <ac:picMkLst>
            <pc:docMk/>
            <pc:sldMk cId="1031749785" sldId="302"/>
            <ac:picMk id="6" creationId="{898329BB-5280-7BD6-E126-33D859828E38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44:57.094" v="1352"/>
          <ac:picMkLst>
            <pc:docMk/>
            <pc:sldMk cId="1031749785" sldId="302"/>
            <ac:picMk id="7" creationId="{AA2E0E77-C26A-3E11-2E66-2B286701BFC2}"/>
          </ac:picMkLst>
        </pc:picChg>
      </pc:sldChg>
      <pc:sldChg chg="addSp delSp modSp add replId">
        <pc:chgData name="Hemma Philamore" userId="S::hp12384@bristol.ac.uk::db50e2f3-17b2-4cc0-b719-fb6254d3e9df" providerId="AD" clId="Web-{61AFCCFD-02DE-2908-9838-2ED3EC77D341}" dt="2025-11-13T11:45:11.032" v="1355"/>
        <pc:sldMkLst>
          <pc:docMk/>
          <pc:sldMk cId="3262772108" sldId="303"/>
        </pc:sldMkLst>
        <pc:spChg chg="mod">
          <ac:chgData name="Hemma Philamore" userId="S::hp12384@bristol.ac.uk::db50e2f3-17b2-4cc0-b719-fb6254d3e9df" providerId="AD" clId="Web-{61AFCCFD-02DE-2908-9838-2ED3EC77D341}" dt="2025-11-13T10:52:07.789" v="505" actId="1076"/>
          <ac:spMkLst>
            <pc:docMk/>
            <pc:sldMk cId="3262772108" sldId="303"/>
            <ac:spMk id="2" creationId="{E8203F37-D438-9523-CE27-E83921720B2C}"/>
          </ac:spMkLst>
        </pc:spChg>
        <pc:spChg chg="del mod">
          <ac:chgData name="Hemma Philamore" userId="S::hp12384@bristol.ac.uk::db50e2f3-17b2-4cc0-b719-fb6254d3e9df" providerId="AD" clId="Web-{61AFCCFD-02DE-2908-9838-2ED3EC77D341}" dt="2025-11-13T10:52:10.227" v="506"/>
          <ac:spMkLst>
            <pc:docMk/>
            <pc:sldMk cId="3262772108" sldId="303"/>
            <ac:spMk id="3" creationId="{531EA854-3A95-5193-137E-111CA3B05FCB}"/>
          </ac:spMkLst>
        </pc:spChg>
        <pc:spChg chg="add del mod">
          <ac:chgData name="Hemma Philamore" userId="S::hp12384@bristol.ac.uk::db50e2f3-17b2-4cc0-b719-fb6254d3e9df" providerId="AD" clId="Web-{61AFCCFD-02DE-2908-9838-2ED3EC77D341}" dt="2025-11-13T10:52:12.227" v="507"/>
          <ac:spMkLst>
            <pc:docMk/>
            <pc:sldMk cId="3262772108" sldId="303"/>
            <ac:spMk id="7" creationId="{BDE7FC81-5F88-4203-5D6E-DE9516F9B4EE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0:52:55.464" v="545" actId="20577"/>
          <ac:spMkLst>
            <pc:docMk/>
            <pc:sldMk cId="3262772108" sldId="303"/>
            <ac:spMk id="8" creationId="{8EFBBD5B-F297-B741-94C1-B405BA4DE998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0:53:10.309" v="548" actId="1076"/>
          <ac:spMkLst>
            <pc:docMk/>
            <pc:sldMk cId="3262772108" sldId="303"/>
            <ac:spMk id="10" creationId="{61476884-A434-8703-66F1-90CE83813A5F}"/>
          </ac:spMkLst>
        </pc:spChg>
        <pc:picChg chg="del">
          <ac:chgData name="Hemma Philamore" userId="S::hp12384@bristol.ac.uk::db50e2f3-17b2-4cc0-b719-fb6254d3e9df" providerId="AD" clId="Web-{61AFCCFD-02DE-2908-9838-2ED3EC77D341}" dt="2025-11-13T10:48:39.623" v="464"/>
          <ac:picMkLst>
            <pc:docMk/>
            <pc:sldMk cId="3262772108" sldId="303"/>
            <ac:picMk id="4" creationId="{3583F0E0-ADB6-1F1A-2D45-AA8AA8D006B3}"/>
          </ac:picMkLst>
        </pc:picChg>
        <pc:picChg chg="mod">
          <ac:chgData name="Hemma Philamore" userId="S::hp12384@bristol.ac.uk::db50e2f3-17b2-4cc0-b719-fb6254d3e9df" providerId="AD" clId="Web-{61AFCCFD-02DE-2908-9838-2ED3EC77D341}" dt="2025-11-13T11:45:11.032" v="1355"/>
          <ac:picMkLst>
            <pc:docMk/>
            <pc:sldMk cId="3262772108" sldId="303"/>
            <ac:picMk id="5" creationId="{F5643404-F1FD-2D22-BD42-70F865FDA6C9}"/>
          </ac:picMkLst>
        </pc:picChg>
      </pc:sldChg>
      <pc:sldChg chg="addSp delSp modSp add replId">
        <pc:chgData name="Hemma Philamore" userId="S::hp12384@bristol.ac.uk::db50e2f3-17b2-4cc0-b719-fb6254d3e9df" providerId="AD" clId="Web-{61AFCCFD-02DE-2908-9838-2ED3EC77D341}" dt="2025-11-13T11:45:04.078" v="1354"/>
        <pc:sldMkLst>
          <pc:docMk/>
          <pc:sldMk cId="3835543152" sldId="304"/>
        </pc:sldMkLst>
        <pc:spChg chg="mod">
          <ac:chgData name="Hemma Philamore" userId="S::hp12384@bristol.ac.uk::db50e2f3-17b2-4cc0-b719-fb6254d3e9df" providerId="AD" clId="Web-{61AFCCFD-02DE-2908-9838-2ED3EC77D341}" dt="2025-11-13T10:50:06.780" v="482" actId="1076"/>
          <ac:spMkLst>
            <pc:docMk/>
            <pc:sldMk cId="3835543152" sldId="304"/>
            <ac:spMk id="2" creationId="{54B4B8EC-614E-ACD9-1274-724C9339B334}"/>
          </ac:spMkLst>
        </pc:spChg>
        <pc:spChg chg="del mod">
          <ac:chgData name="Hemma Philamore" userId="S::hp12384@bristol.ac.uk::db50e2f3-17b2-4cc0-b719-fb6254d3e9df" providerId="AD" clId="Web-{61AFCCFD-02DE-2908-9838-2ED3EC77D341}" dt="2025-11-13T10:49:36.061" v="474"/>
          <ac:spMkLst>
            <pc:docMk/>
            <pc:sldMk cId="3835543152" sldId="304"/>
            <ac:spMk id="3" creationId="{B1026354-A2CC-F552-77EF-31A384599502}"/>
          </ac:spMkLst>
        </pc:spChg>
        <pc:spChg chg="add del mod">
          <ac:chgData name="Hemma Philamore" userId="S::hp12384@bristol.ac.uk::db50e2f3-17b2-4cc0-b719-fb6254d3e9df" providerId="AD" clId="Web-{61AFCCFD-02DE-2908-9838-2ED3EC77D341}" dt="2025-11-13T10:49:38.702" v="475"/>
          <ac:spMkLst>
            <pc:docMk/>
            <pc:sldMk cId="3835543152" sldId="304"/>
            <ac:spMk id="8" creationId="{CA3F602E-C071-9684-8801-F5BAA48EF1EE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1:10:43.577" v="850" actId="1076"/>
          <ac:spMkLst>
            <pc:docMk/>
            <pc:sldMk cId="3835543152" sldId="304"/>
            <ac:spMk id="9" creationId="{AC6CBB56-4052-6D11-3953-FA7932A5A937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0:51:33.411" v="499" actId="1076"/>
          <ac:spMkLst>
            <pc:docMk/>
            <pc:sldMk cId="3835543152" sldId="304"/>
            <ac:spMk id="11" creationId="{5908D7AD-7AEC-D643-7C2F-8D6F6B295F21}"/>
          </ac:spMkLst>
        </pc:spChg>
        <pc:spChg chg="add del">
          <ac:chgData name="Hemma Philamore" userId="S::hp12384@bristol.ac.uk::db50e2f3-17b2-4cc0-b719-fb6254d3e9df" providerId="AD" clId="Web-{61AFCCFD-02DE-2908-9838-2ED3EC77D341}" dt="2025-11-13T10:51:49.522" v="501"/>
          <ac:spMkLst>
            <pc:docMk/>
            <pc:sldMk cId="3835543152" sldId="304"/>
            <ac:spMk id="13" creationId="{947CC3C8-E7EA-5564-2E69-6DB215FC4C55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0:51:54.679" v="503" actId="1076"/>
          <ac:spMkLst>
            <pc:docMk/>
            <pc:sldMk cId="3835543152" sldId="304"/>
            <ac:spMk id="15" creationId="{23EABA57-9706-7265-F25E-BC69DE255DB8}"/>
          </ac:spMkLst>
        </pc:spChg>
        <pc:picChg chg="mod">
          <ac:chgData name="Hemma Philamore" userId="S::hp12384@bristol.ac.uk::db50e2f3-17b2-4cc0-b719-fb6254d3e9df" providerId="AD" clId="Web-{61AFCCFD-02DE-2908-9838-2ED3EC77D341}" dt="2025-11-13T11:45:01.516" v="1353"/>
          <ac:picMkLst>
            <pc:docMk/>
            <pc:sldMk cId="3835543152" sldId="304"/>
            <ac:picMk id="4" creationId="{D3A1B7D6-FB84-56C7-5520-9480453E502A}"/>
          </ac:picMkLst>
        </pc:picChg>
        <pc:picChg chg="del">
          <ac:chgData name="Hemma Philamore" userId="S::hp12384@bristol.ac.uk::db50e2f3-17b2-4cc0-b719-fb6254d3e9df" providerId="AD" clId="Web-{61AFCCFD-02DE-2908-9838-2ED3EC77D341}" dt="2025-11-13T10:48:31.748" v="461"/>
          <ac:picMkLst>
            <pc:docMk/>
            <pc:sldMk cId="3835543152" sldId="304"/>
            <ac:picMk id="5" creationId="{8AC77AB5-3D18-8B6E-C251-74416E559AEC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45:04.078" v="1354"/>
          <ac:picMkLst>
            <pc:docMk/>
            <pc:sldMk cId="3835543152" sldId="304"/>
            <ac:picMk id="6" creationId="{13A5D38B-45E9-6DCF-EE2A-FDF70751E228}"/>
          </ac:picMkLst>
        </pc:picChg>
      </pc:sldChg>
      <pc:sldChg chg="addSp delSp modSp add replId">
        <pc:chgData name="Hemma Philamore" userId="S::hp12384@bristol.ac.uk::db50e2f3-17b2-4cc0-b719-fb6254d3e9df" providerId="AD" clId="Web-{61AFCCFD-02DE-2908-9838-2ED3EC77D341}" dt="2025-11-13T11:45:15.048" v="1356"/>
        <pc:sldMkLst>
          <pc:docMk/>
          <pc:sldMk cId="449325597" sldId="305"/>
        </pc:sldMkLst>
        <pc:spChg chg="del">
          <ac:chgData name="Hemma Philamore" userId="S::hp12384@bristol.ac.uk::db50e2f3-17b2-4cc0-b719-fb6254d3e9df" providerId="AD" clId="Web-{61AFCCFD-02DE-2908-9838-2ED3EC77D341}" dt="2025-11-13T10:55:38.941" v="560"/>
          <ac:spMkLst>
            <pc:docMk/>
            <pc:sldMk cId="449325597" sldId="305"/>
            <ac:spMk id="3" creationId="{165502F6-F8F4-D5BD-F7A6-ADC398334F13}"/>
          </ac:spMkLst>
        </pc:spChg>
        <pc:spChg chg="add del mod">
          <ac:chgData name="Hemma Philamore" userId="S::hp12384@bristol.ac.uk::db50e2f3-17b2-4cc0-b719-fb6254d3e9df" providerId="AD" clId="Web-{61AFCCFD-02DE-2908-9838-2ED3EC77D341}" dt="2025-11-13T10:55:40.144" v="561"/>
          <ac:spMkLst>
            <pc:docMk/>
            <pc:sldMk cId="449325597" sldId="305"/>
            <ac:spMk id="5" creationId="{D09A8587-755A-CC19-0F91-1145CCF9F3E3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0:57:44.242" v="597" actId="1076"/>
          <ac:spMkLst>
            <pc:docMk/>
            <pc:sldMk cId="449325597" sldId="305"/>
            <ac:spMk id="7" creationId="{D2DD9BFF-1669-FEC9-9DDB-4E964D0C5EE0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0:57:53.336" v="601" actId="1076"/>
          <ac:spMkLst>
            <pc:docMk/>
            <pc:sldMk cId="449325597" sldId="305"/>
            <ac:spMk id="8" creationId="{7C7310CA-D36C-41BF-6175-1FA27B8EA479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1:43:22.932" v="1335" actId="1076"/>
          <ac:spMkLst>
            <pc:docMk/>
            <pc:sldMk cId="449325597" sldId="305"/>
            <ac:spMk id="10" creationId="{FD5C3EE5-0F1F-D712-181F-6E35DE7A9989}"/>
          </ac:spMkLst>
        </pc:spChg>
        <pc:picChg chg="add mod ord">
          <ac:chgData name="Hemma Philamore" userId="S::hp12384@bristol.ac.uk::db50e2f3-17b2-4cc0-b719-fb6254d3e9df" providerId="AD" clId="Web-{61AFCCFD-02DE-2908-9838-2ED3EC77D341}" dt="2025-11-13T11:45:15.048" v="1356"/>
          <ac:picMkLst>
            <pc:docMk/>
            <pc:sldMk cId="449325597" sldId="305"/>
            <ac:picMk id="6" creationId="{70A55E7C-8B55-0A93-84F6-4583F0AF3569}"/>
          </ac:picMkLst>
        </pc:picChg>
      </pc:sldChg>
      <pc:sldChg chg="addSp delSp modSp add replId">
        <pc:chgData name="Hemma Philamore" userId="S::hp12384@bristol.ac.uk::db50e2f3-17b2-4cc0-b719-fb6254d3e9df" providerId="AD" clId="Web-{61AFCCFD-02DE-2908-9838-2ED3EC77D341}" dt="2025-11-13T11:45:20.189" v="1357"/>
        <pc:sldMkLst>
          <pc:docMk/>
          <pc:sldMk cId="3819177552" sldId="306"/>
        </pc:sldMkLst>
        <pc:spChg chg="add del mod">
          <ac:chgData name="Hemma Philamore" userId="S::hp12384@bristol.ac.uk::db50e2f3-17b2-4cc0-b719-fb6254d3e9df" providerId="AD" clId="Web-{61AFCCFD-02DE-2908-9838-2ED3EC77D341}" dt="2025-11-13T10:58:01.961" v="603"/>
          <ac:spMkLst>
            <pc:docMk/>
            <pc:sldMk cId="3819177552" sldId="306"/>
            <ac:spMk id="4" creationId="{5E91F9BD-FCBD-2E74-CE6E-352C9AE3182D}"/>
          </ac:spMkLst>
        </pc:spChg>
        <pc:spChg chg="del">
          <ac:chgData name="Hemma Philamore" userId="S::hp12384@bristol.ac.uk::db50e2f3-17b2-4cc0-b719-fb6254d3e9df" providerId="AD" clId="Web-{61AFCCFD-02DE-2908-9838-2ED3EC77D341}" dt="2025-11-13T10:58:05.789" v="605"/>
          <ac:spMkLst>
            <pc:docMk/>
            <pc:sldMk cId="3819177552" sldId="306"/>
            <ac:spMk id="7" creationId="{F5308E14-53DA-F2D6-2AC6-0694E88808AD}"/>
          </ac:spMkLst>
        </pc:spChg>
        <pc:spChg chg="del">
          <ac:chgData name="Hemma Philamore" userId="S::hp12384@bristol.ac.uk::db50e2f3-17b2-4cc0-b719-fb6254d3e9df" providerId="AD" clId="Web-{61AFCCFD-02DE-2908-9838-2ED3EC77D341}" dt="2025-11-13T10:58:04.055" v="604"/>
          <ac:spMkLst>
            <pc:docMk/>
            <pc:sldMk cId="3819177552" sldId="306"/>
            <ac:spMk id="8" creationId="{95DC3A2B-C865-9D02-B874-F2CA448081A4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0:59:22.056" v="619" actId="1076"/>
          <ac:spMkLst>
            <pc:docMk/>
            <pc:sldMk cId="3819177552" sldId="306"/>
            <ac:spMk id="11" creationId="{EFC055C3-1160-D11C-9984-83C6DD5D64C7}"/>
          </ac:spMkLst>
        </pc:spChg>
        <pc:spChg chg="add del">
          <ac:chgData name="Hemma Philamore" userId="S::hp12384@bristol.ac.uk::db50e2f3-17b2-4cc0-b719-fb6254d3e9df" providerId="AD" clId="Web-{61AFCCFD-02DE-2908-9838-2ED3EC77D341}" dt="2025-11-13T10:58:13.133" v="611"/>
          <ac:spMkLst>
            <pc:docMk/>
            <pc:sldMk cId="3819177552" sldId="306"/>
            <ac:spMk id="13" creationId="{05671A16-5745-6BF7-C3B4-E8364789F8BB}"/>
          </ac:spMkLst>
        </pc:spChg>
        <pc:spChg chg="add del mod">
          <ac:chgData name="Hemma Philamore" userId="S::hp12384@bristol.ac.uk::db50e2f3-17b2-4cc0-b719-fb6254d3e9df" providerId="AD" clId="Web-{61AFCCFD-02DE-2908-9838-2ED3EC77D341}" dt="2025-11-13T10:58:11.524" v="610"/>
          <ac:spMkLst>
            <pc:docMk/>
            <pc:sldMk cId="3819177552" sldId="306"/>
            <ac:spMk id="15" creationId="{466ED262-607C-B61E-DFAC-166FA89232DC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1:00:43.261" v="709" actId="20577"/>
          <ac:spMkLst>
            <pc:docMk/>
            <pc:sldMk cId="3819177552" sldId="306"/>
            <ac:spMk id="17" creationId="{02ED67BC-68C1-E070-9946-B1A8EF421C36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1:43:37.855" v="1337" actId="1076"/>
          <ac:spMkLst>
            <pc:docMk/>
            <pc:sldMk cId="3819177552" sldId="306"/>
            <ac:spMk id="19" creationId="{E836B05B-89C9-D001-32BE-BAE5966D8530}"/>
          </ac:spMkLst>
        </pc:spChg>
        <pc:picChg chg="del">
          <ac:chgData name="Hemma Philamore" userId="S::hp12384@bristol.ac.uk::db50e2f3-17b2-4cc0-b719-fb6254d3e9df" providerId="AD" clId="Web-{61AFCCFD-02DE-2908-9838-2ED3EC77D341}" dt="2025-11-13T10:57:59.711" v="602"/>
          <ac:picMkLst>
            <pc:docMk/>
            <pc:sldMk cId="3819177552" sldId="306"/>
            <ac:picMk id="6" creationId="{FC7D8125-275D-78AB-C38A-896D46083008}"/>
          </ac:picMkLst>
        </pc:picChg>
        <pc:picChg chg="add del mod">
          <ac:chgData name="Hemma Philamore" userId="S::hp12384@bristol.ac.uk::db50e2f3-17b2-4cc0-b719-fb6254d3e9df" providerId="AD" clId="Web-{61AFCCFD-02DE-2908-9838-2ED3EC77D341}" dt="2025-11-13T10:58:09.133" v="609"/>
          <ac:picMkLst>
            <pc:docMk/>
            <pc:sldMk cId="3819177552" sldId="306"/>
            <ac:picMk id="9" creationId="{6987CF4D-C25B-0F45-FBB0-8C631A0F15ED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45:20.189" v="1357"/>
          <ac:picMkLst>
            <pc:docMk/>
            <pc:sldMk cId="3819177552" sldId="306"/>
            <ac:picMk id="16" creationId="{870E6EF3-7D40-2738-D55F-2A94E205AC19}"/>
          </ac:picMkLst>
        </pc:picChg>
      </pc:sldChg>
      <pc:sldChg chg="addSp delSp modSp add replId">
        <pc:chgData name="Hemma Philamore" userId="S::hp12384@bristol.ac.uk::db50e2f3-17b2-4cc0-b719-fb6254d3e9df" providerId="AD" clId="Web-{61AFCCFD-02DE-2908-9838-2ED3EC77D341}" dt="2025-11-13T11:44:31.608" v="1346"/>
        <pc:sldMkLst>
          <pc:docMk/>
          <pc:sldMk cId="155190877" sldId="307"/>
        </pc:sldMkLst>
        <pc:spChg chg="mod">
          <ac:chgData name="Hemma Philamore" userId="S::hp12384@bristol.ac.uk::db50e2f3-17b2-4cc0-b719-fb6254d3e9df" providerId="AD" clId="Web-{61AFCCFD-02DE-2908-9838-2ED3EC77D341}" dt="2025-11-13T11:25:24.974" v="917" actId="1076"/>
          <ac:spMkLst>
            <pc:docMk/>
            <pc:sldMk cId="155190877" sldId="307"/>
            <ac:spMk id="2" creationId="{C18871C6-2549-F159-34B1-2F5BBDBBC85C}"/>
          </ac:spMkLst>
        </pc:spChg>
        <pc:spChg chg="mod">
          <ac:chgData name="Hemma Philamore" userId="S::hp12384@bristol.ac.uk::db50e2f3-17b2-4cc0-b719-fb6254d3e9df" providerId="AD" clId="Web-{61AFCCFD-02DE-2908-9838-2ED3EC77D341}" dt="2025-11-13T11:25:25.005" v="918" actId="1076"/>
          <ac:spMkLst>
            <pc:docMk/>
            <pc:sldMk cId="155190877" sldId="307"/>
            <ac:spMk id="3" creationId="{0C72975B-7B5C-30BC-7F89-86B44811E39D}"/>
          </ac:spMkLst>
        </pc:spChg>
        <pc:spChg chg="add del mod">
          <ac:chgData name="Hemma Philamore" userId="S::hp12384@bristol.ac.uk::db50e2f3-17b2-4cc0-b719-fb6254d3e9df" providerId="AD" clId="Web-{61AFCCFD-02DE-2908-9838-2ED3EC77D341}" dt="2025-11-13T11:27:07.106" v="975" actId="14100"/>
          <ac:spMkLst>
            <pc:docMk/>
            <pc:sldMk cId="155190877" sldId="307"/>
            <ac:spMk id="7" creationId="{470A7B86-9AB7-37A0-231B-AFF854CE1551}"/>
          </ac:spMkLst>
        </pc:spChg>
        <pc:spChg chg="del mod">
          <ac:chgData name="Hemma Philamore" userId="S::hp12384@bristol.ac.uk::db50e2f3-17b2-4cc0-b719-fb6254d3e9df" providerId="AD" clId="Web-{61AFCCFD-02DE-2908-9838-2ED3EC77D341}" dt="2025-11-13T11:25:29.912" v="923"/>
          <ac:spMkLst>
            <pc:docMk/>
            <pc:sldMk cId="155190877" sldId="307"/>
            <ac:spMk id="8" creationId="{006D721B-BE74-3F11-EABB-1B914025974D}"/>
          </ac:spMkLst>
        </pc:spChg>
        <pc:spChg chg="mod">
          <ac:chgData name="Hemma Philamore" userId="S::hp12384@bristol.ac.uk::db50e2f3-17b2-4cc0-b719-fb6254d3e9df" providerId="AD" clId="Web-{61AFCCFD-02DE-2908-9838-2ED3EC77D341}" dt="2025-11-13T11:14:26.820" v="873" actId="1076"/>
          <ac:spMkLst>
            <pc:docMk/>
            <pc:sldMk cId="155190877" sldId="307"/>
            <ac:spMk id="9" creationId="{DA0DB282-D9AF-36E1-D7C7-8D88E89BD7C2}"/>
          </ac:spMkLst>
        </pc:spChg>
        <pc:spChg chg="mod">
          <ac:chgData name="Hemma Philamore" userId="S::hp12384@bristol.ac.uk::db50e2f3-17b2-4cc0-b719-fb6254d3e9df" providerId="AD" clId="Web-{61AFCCFD-02DE-2908-9838-2ED3EC77D341}" dt="2025-11-13T11:14:24.664" v="872" actId="1076"/>
          <ac:spMkLst>
            <pc:docMk/>
            <pc:sldMk cId="155190877" sldId="307"/>
            <ac:spMk id="10" creationId="{8D918B1E-319D-FDDB-1C3F-96CCF39E6179}"/>
          </ac:spMkLst>
        </pc:spChg>
        <pc:picChg chg="del">
          <ac:chgData name="Hemma Philamore" userId="S::hp12384@bristol.ac.uk::db50e2f3-17b2-4cc0-b719-fb6254d3e9df" providerId="AD" clId="Web-{61AFCCFD-02DE-2908-9838-2ED3EC77D341}" dt="2025-11-13T11:12:33.551" v="863"/>
          <ac:picMkLst>
            <pc:docMk/>
            <pc:sldMk cId="155190877" sldId="307"/>
            <ac:picMk id="4" creationId="{4A7740F9-4330-A63A-4F64-384E24DCD5FC}"/>
          </ac:picMkLst>
        </pc:picChg>
        <pc:picChg chg="del">
          <ac:chgData name="Hemma Philamore" userId="S::hp12384@bristol.ac.uk::db50e2f3-17b2-4cc0-b719-fb6254d3e9df" providerId="AD" clId="Web-{61AFCCFD-02DE-2908-9838-2ED3EC77D341}" dt="2025-11-13T11:14:17.226" v="870"/>
          <ac:picMkLst>
            <pc:docMk/>
            <pc:sldMk cId="155190877" sldId="307"/>
            <ac:picMk id="5" creationId="{848198E2-F776-922D-B13E-79FF29FDDF2D}"/>
          </ac:picMkLst>
        </pc:picChg>
        <pc:picChg chg="add del mod">
          <ac:chgData name="Hemma Philamore" userId="S::hp12384@bristol.ac.uk::db50e2f3-17b2-4cc0-b719-fb6254d3e9df" providerId="AD" clId="Web-{61AFCCFD-02DE-2908-9838-2ED3EC77D341}" dt="2025-11-13T11:14:16.273" v="869"/>
          <ac:picMkLst>
            <pc:docMk/>
            <pc:sldMk cId="155190877" sldId="307"/>
            <ac:picMk id="6" creationId="{B603B938-F5F0-986C-0547-01FFCD00DE6C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44:24.670" v="1344"/>
          <ac:picMkLst>
            <pc:docMk/>
            <pc:sldMk cId="155190877" sldId="307"/>
            <ac:picMk id="11" creationId="{5F9E1B82-92FA-C3D4-CE8A-467B187ACE9E}"/>
          </ac:picMkLst>
        </pc:picChg>
        <pc:picChg chg="add del mod">
          <ac:chgData name="Hemma Philamore" userId="S::hp12384@bristol.ac.uk::db50e2f3-17b2-4cc0-b719-fb6254d3e9df" providerId="AD" clId="Web-{61AFCCFD-02DE-2908-9838-2ED3EC77D341}" dt="2025-11-13T11:24:31.938" v="909"/>
          <ac:picMkLst>
            <pc:docMk/>
            <pc:sldMk cId="155190877" sldId="307"/>
            <ac:picMk id="12" creationId="{5F9078EE-9F4C-1CA5-37F3-692CD0F36913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44:28.577" v="1345"/>
          <ac:picMkLst>
            <pc:docMk/>
            <pc:sldMk cId="155190877" sldId="307"/>
            <ac:picMk id="13" creationId="{705D9E49-FB2B-0791-E762-1ED7D572D548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44:31.608" v="1346"/>
          <ac:picMkLst>
            <pc:docMk/>
            <pc:sldMk cId="155190877" sldId="307"/>
            <ac:picMk id="14" creationId="{04E01A42-A930-907F-E8DB-FE3F47E97F95}"/>
          </ac:picMkLst>
        </pc:picChg>
      </pc:sldChg>
      <pc:sldChg chg="add del replId">
        <pc:chgData name="Hemma Philamore" userId="S::hp12384@bristol.ac.uk::db50e2f3-17b2-4cc0-b719-fb6254d3e9df" providerId="AD" clId="Web-{61AFCCFD-02DE-2908-9838-2ED3EC77D341}" dt="2025-11-13T11:43:43.918" v="1338"/>
        <pc:sldMkLst>
          <pc:docMk/>
          <pc:sldMk cId="3020890757" sldId="308"/>
        </pc:sldMkLst>
      </pc:sldChg>
      <pc:sldChg chg="new del">
        <pc:chgData name="Hemma Philamore" userId="S::hp12384@bristol.ac.uk::db50e2f3-17b2-4cc0-b719-fb6254d3e9df" providerId="AD" clId="Web-{61AFCCFD-02DE-2908-9838-2ED3EC77D341}" dt="2025-11-13T11:27:23.623" v="981"/>
        <pc:sldMkLst>
          <pc:docMk/>
          <pc:sldMk cId="4101841531" sldId="308"/>
        </pc:sldMkLst>
      </pc:sldChg>
      <pc:sldChg chg="new del">
        <pc:chgData name="Hemma Philamore" userId="S::hp12384@bristol.ac.uk::db50e2f3-17b2-4cc0-b719-fb6254d3e9df" providerId="AD" clId="Web-{61AFCCFD-02DE-2908-9838-2ED3EC77D341}" dt="2025-11-13T11:27:24.045" v="982"/>
        <pc:sldMkLst>
          <pc:docMk/>
          <pc:sldMk cId="179156787" sldId="309"/>
        </pc:sldMkLst>
      </pc:sldChg>
      <pc:sldChg chg="modSp add replId">
        <pc:chgData name="Hemma Philamore" userId="S::hp12384@bristol.ac.uk::db50e2f3-17b2-4cc0-b719-fb6254d3e9df" providerId="AD" clId="Web-{61AFCCFD-02DE-2908-9838-2ED3EC77D341}" dt="2025-11-13T11:43:48.324" v="1340" actId="1076"/>
        <pc:sldMkLst>
          <pc:docMk/>
          <pc:sldMk cId="2879141092" sldId="309"/>
        </pc:sldMkLst>
        <pc:spChg chg="mod">
          <ac:chgData name="Hemma Philamore" userId="S::hp12384@bristol.ac.uk::db50e2f3-17b2-4cc0-b719-fb6254d3e9df" providerId="AD" clId="Web-{61AFCCFD-02DE-2908-9838-2ED3EC77D341}" dt="2025-11-13T11:43:48.277" v="1339" actId="1076"/>
          <ac:spMkLst>
            <pc:docMk/>
            <pc:sldMk cId="2879141092" sldId="309"/>
            <ac:spMk id="2" creationId="{149E8529-2A91-C71E-17EA-CCDBDFFA0944}"/>
          </ac:spMkLst>
        </pc:spChg>
        <pc:spChg chg="mod">
          <ac:chgData name="Hemma Philamore" userId="S::hp12384@bristol.ac.uk::db50e2f3-17b2-4cc0-b719-fb6254d3e9df" providerId="AD" clId="Web-{61AFCCFD-02DE-2908-9838-2ED3EC77D341}" dt="2025-11-13T11:43:48.324" v="1340" actId="1076"/>
          <ac:spMkLst>
            <pc:docMk/>
            <pc:sldMk cId="2879141092" sldId="309"/>
            <ac:spMk id="3" creationId="{47508F59-6C97-0B5C-37D0-62E236DF0904}"/>
          </ac:spMkLst>
        </pc:spChg>
      </pc:sldChg>
      <pc:sldChg chg="new del">
        <pc:chgData name="Hemma Philamore" userId="S::hp12384@bristol.ac.uk::db50e2f3-17b2-4cc0-b719-fb6254d3e9df" providerId="AD" clId="Web-{61AFCCFD-02DE-2908-9838-2ED3EC77D341}" dt="2025-11-13T11:27:24.685" v="983"/>
        <pc:sldMkLst>
          <pc:docMk/>
          <pc:sldMk cId="310515835" sldId="310"/>
        </pc:sldMkLst>
      </pc:sldChg>
      <pc:sldChg chg="addSp delSp modSp add replId">
        <pc:chgData name="Hemma Philamore" userId="S::hp12384@bristol.ac.uk::db50e2f3-17b2-4cc0-b719-fb6254d3e9df" providerId="AD" clId="Web-{61AFCCFD-02DE-2908-9838-2ED3EC77D341}" dt="2025-11-13T11:46:14.253" v="1375" actId="20577"/>
        <pc:sldMkLst>
          <pc:docMk/>
          <pc:sldMk cId="3521611194" sldId="310"/>
        </pc:sldMkLst>
        <pc:spChg chg="del">
          <ac:chgData name="Hemma Philamore" userId="S::hp12384@bristol.ac.uk::db50e2f3-17b2-4cc0-b719-fb6254d3e9df" providerId="AD" clId="Web-{61AFCCFD-02DE-2908-9838-2ED3EC77D341}" dt="2025-11-13T11:35:45.154" v="1261"/>
          <ac:spMkLst>
            <pc:docMk/>
            <pc:sldMk cId="3521611194" sldId="310"/>
            <ac:spMk id="2" creationId="{EED61A8A-EE2E-FA3A-1774-43A91B776129}"/>
          </ac:spMkLst>
        </pc:spChg>
        <pc:spChg chg="mod">
          <ac:chgData name="Hemma Philamore" userId="S::hp12384@bristol.ac.uk::db50e2f3-17b2-4cc0-b719-fb6254d3e9df" providerId="AD" clId="Web-{61AFCCFD-02DE-2908-9838-2ED3EC77D341}" dt="2025-11-13T11:42:54.399" v="1331" actId="1076"/>
          <ac:spMkLst>
            <pc:docMk/>
            <pc:sldMk cId="3521611194" sldId="310"/>
            <ac:spMk id="3" creationId="{0A5A62C4-08D1-5D76-449A-8DB3BE8F1EBA}"/>
          </ac:spMkLst>
        </pc:spChg>
        <pc:spChg chg="add del mod">
          <ac:chgData name="Hemma Philamore" userId="S::hp12384@bristol.ac.uk::db50e2f3-17b2-4cc0-b719-fb6254d3e9df" providerId="AD" clId="Web-{61AFCCFD-02DE-2908-9838-2ED3EC77D341}" dt="2025-11-13T11:35:47.419" v="1262"/>
          <ac:spMkLst>
            <pc:docMk/>
            <pc:sldMk cId="3521611194" sldId="310"/>
            <ac:spMk id="5" creationId="{200633BA-764A-D041-5495-4FCBFB25506B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1:45:51.034" v="1365" actId="1076"/>
          <ac:spMkLst>
            <pc:docMk/>
            <pc:sldMk cId="3521611194" sldId="310"/>
            <ac:spMk id="14" creationId="{9A3C960E-9158-0C0F-44FF-6CC4D5F5BB12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1:46:00.784" v="1369" actId="1076"/>
          <ac:spMkLst>
            <pc:docMk/>
            <pc:sldMk cId="3521611194" sldId="310"/>
            <ac:spMk id="15" creationId="{AC09E864-C096-559E-599B-D6952337DA04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1:46:07.659" v="1372" actId="20577"/>
          <ac:spMkLst>
            <pc:docMk/>
            <pc:sldMk cId="3521611194" sldId="310"/>
            <ac:spMk id="16" creationId="{86C70BE8-EA7B-9CAB-4F03-176C0311F505}"/>
          </ac:spMkLst>
        </pc:spChg>
        <pc:spChg chg="add mod">
          <ac:chgData name="Hemma Philamore" userId="S::hp12384@bristol.ac.uk::db50e2f3-17b2-4cc0-b719-fb6254d3e9df" providerId="AD" clId="Web-{61AFCCFD-02DE-2908-9838-2ED3EC77D341}" dt="2025-11-13T11:46:14.253" v="1375" actId="20577"/>
          <ac:spMkLst>
            <pc:docMk/>
            <pc:sldMk cId="3521611194" sldId="310"/>
            <ac:spMk id="17" creationId="{2C55FA55-9449-4196-35B1-5C629DF1BFFB}"/>
          </ac:spMkLst>
        </pc:spChg>
        <pc:picChg chg="add del mod">
          <ac:chgData name="Hemma Philamore" userId="S::hp12384@bristol.ac.uk::db50e2f3-17b2-4cc0-b719-fb6254d3e9df" providerId="AD" clId="Web-{61AFCCFD-02DE-2908-9838-2ED3EC77D341}" dt="2025-11-13T11:39:35.422" v="1290"/>
          <ac:picMkLst>
            <pc:docMk/>
            <pc:sldMk cId="3521611194" sldId="310"/>
            <ac:picMk id="6" creationId="{F92005AE-B8DD-4A5E-D462-E2EDD3367E67}"/>
          </ac:picMkLst>
        </pc:picChg>
        <pc:picChg chg="add del mod">
          <ac:chgData name="Hemma Philamore" userId="S::hp12384@bristol.ac.uk::db50e2f3-17b2-4cc0-b719-fb6254d3e9df" providerId="AD" clId="Web-{61AFCCFD-02DE-2908-9838-2ED3EC77D341}" dt="2025-11-13T11:39:32.485" v="1289"/>
          <ac:picMkLst>
            <pc:docMk/>
            <pc:sldMk cId="3521611194" sldId="310"/>
            <ac:picMk id="7" creationId="{B069CD91-7ED8-7DC7-A94B-46D041047E54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45:25.955" v="1358"/>
          <ac:picMkLst>
            <pc:docMk/>
            <pc:sldMk cId="3521611194" sldId="310"/>
            <ac:picMk id="8" creationId="{B535748E-7203-2822-AEF2-98D6EF745577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45:28.189" v="1359"/>
          <ac:picMkLst>
            <pc:docMk/>
            <pc:sldMk cId="3521611194" sldId="310"/>
            <ac:picMk id="9" creationId="{FB7BA5C8-EE1A-B6A8-4E21-CE46F63CCC49}"/>
          </ac:picMkLst>
        </pc:picChg>
        <pc:picChg chg="add mod modCrop">
          <ac:chgData name="Hemma Philamore" userId="S::hp12384@bristol.ac.uk::db50e2f3-17b2-4cc0-b719-fb6254d3e9df" providerId="AD" clId="Web-{61AFCCFD-02DE-2908-9838-2ED3EC77D341}" dt="2025-11-13T11:45:30.439" v="1360"/>
          <ac:picMkLst>
            <pc:docMk/>
            <pc:sldMk cId="3521611194" sldId="310"/>
            <ac:picMk id="10" creationId="{FFB73859-A288-E113-371F-1E8468E8F5C5}"/>
          </ac:picMkLst>
        </pc:picChg>
        <pc:picChg chg="add del mod modCrop">
          <ac:chgData name="Hemma Philamore" userId="S::hp12384@bristol.ac.uk::db50e2f3-17b2-4cc0-b719-fb6254d3e9df" providerId="AD" clId="Web-{61AFCCFD-02DE-2908-9838-2ED3EC77D341}" dt="2025-11-13T11:42:37.350" v="1324"/>
          <ac:picMkLst>
            <pc:docMk/>
            <pc:sldMk cId="3521611194" sldId="310"/>
            <ac:picMk id="11" creationId="{0C330EB2-9731-9086-DD0E-FB1405D0E72B}"/>
          </ac:picMkLst>
        </pc:picChg>
        <pc:picChg chg="add mod">
          <ac:chgData name="Hemma Philamore" userId="S::hp12384@bristol.ac.uk::db50e2f3-17b2-4cc0-b719-fb6254d3e9df" providerId="AD" clId="Web-{61AFCCFD-02DE-2908-9838-2ED3EC77D341}" dt="2025-11-13T11:45:33.330" v="1361"/>
          <ac:picMkLst>
            <pc:docMk/>
            <pc:sldMk cId="3521611194" sldId="310"/>
            <ac:picMk id="12" creationId="{6F35043B-3B89-5B7B-9823-04B13AA42A5B}"/>
          </ac:picMkLst>
        </pc:picChg>
      </pc:sldChg>
      <pc:sldChg chg="new del">
        <pc:chgData name="Hemma Philamore" userId="S::hp12384@bristol.ac.uk::db50e2f3-17b2-4cc0-b719-fb6254d3e9df" providerId="AD" clId="Web-{61AFCCFD-02DE-2908-9838-2ED3EC77D341}" dt="2025-11-13T11:27:24.935" v="984"/>
        <pc:sldMkLst>
          <pc:docMk/>
          <pc:sldMk cId="3293678853" sldId="311"/>
        </pc:sldMkLst>
      </pc:sldChg>
      <pc:sldChg chg="new del">
        <pc:chgData name="Hemma Philamore" userId="S::hp12384@bristol.ac.uk::db50e2f3-17b2-4cc0-b719-fb6254d3e9df" providerId="AD" clId="Web-{61AFCCFD-02DE-2908-9838-2ED3EC77D341}" dt="2025-11-13T11:27:25.686" v="985"/>
        <pc:sldMkLst>
          <pc:docMk/>
          <pc:sldMk cId="1371470989" sldId="31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43FE-B502-5902-251B-2A341D59F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92E09-2BD6-DDEA-39F8-826AE949B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184E7-5973-CA1D-D6DD-3EAD09AFD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C82B2-BB7B-36A3-1A45-436BFA70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F3C5-C7AE-B0B2-5B30-29385AA6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3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0630-D20C-CF20-9400-15D5387C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70B0-C9FE-15FA-C57F-B73789CF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6F955-01ED-0C5E-4A6E-3919577E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4053-64D6-3F96-01B4-3F11BDA1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98B99-DD99-C860-642D-6F65A7FD3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310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441C-B887-715A-19C3-6FAE89E10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F3C55-45C4-D5F9-710C-D19247C74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4B428-D686-B367-97C3-4E7CEE37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5AEFC-121D-CD01-E0FE-E0BB6F41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6F62F-1DA1-EF35-E94B-3F5DC0FB7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6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618F-B2D3-B86D-962A-DCD84F402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46A22-4AFC-FBAD-594F-CD9B7BB43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B3DD7-2879-6319-BA41-85DAF57FD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B8459-C4B9-5AE8-D13C-17CF4B1F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75299-B9FD-0221-7514-94DE3040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6702B-75EF-ABF5-2409-5C85A270D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44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70F3-277E-F850-DE70-5B6EFD11F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E1024-29CB-A4FC-0853-D346F1B35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789A4-B98A-A6FE-39A8-3F9DF44D0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CF7CA-33FC-F77B-34DA-344D379FC7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78BC0A-335D-3C9D-8BA6-C8B8878FD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0BFE2-CD06-BA52-2F13-B549C4BE8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F304AB-8742-186C-CAF8-B3EB97F07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9E5A8-CA18-D104-AFE5-89E6F8921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9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E61C1-0812-1DE9-CDC7-7EB87EFA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1AF042-14D9-8C7D-4849-0938F120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C46B8-A2A5-264F-7421-649AB291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5CCC02-0BC1-5355-7A1C-823F8616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26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8D33B-EC1D-5A1E-72CA-714C615B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21B03-06BF-7972-FA0B-71386E0A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BC5B9-2112-75E2-1725-91B8D112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56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E4AC-E843-14F6-B35C-51A966672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C94B1-CA3F-49E0-C126-92D5A3B7F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58F08-B3C8-7325-D665-F4006775C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2175C-E6DF-D038-906C-6B46C3ED7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FB67A-A13B-41CF-7EE4-537D2E68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98F01-0C6A-CEF3-6CF4-EF318964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1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9645-764A-1322-8EEA-3C88BE03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5DE096-0969-4A97-22F6-4FDF604CA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73EC6-D8C2-26C3-0F51-E24BAEEC2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8E944-7298-BC61-66F3-8BDD1DAFD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6D6D5-02CC-64FA-9D04-BA9D05A02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A2328-DDE9-E73C-DC14-D538541B6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5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2CC8-D429-5B32-2D37-C0E1BFDE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777E9-4574-6619-477D-EF7CD5D90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4153B-B6E0-1A36-BBB1-0A9E980F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B742C-D9D9-7CAC-2D9B-25B8F2D6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2C937-F9AA-3EB9-3CA7-934B6CE8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2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387EE-6025-79BE-CF75-74C51165B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CE372-CF8B-36DD-14F3-1236DA436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5DCE5-DB89-F086-6D58-CB529FB4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E694A-4003-9754-EDAD-CE4DAFFF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CE8C7-F342-B5ED-650A-8F9248DB0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61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70329E-A946-E6A2-E6BC-846B3225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3CDE6-65C2-9356-8436-A4B0FB55D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FA70F-E69A-6B81-4584-090B145CF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1FE8A-7D63-1141-8CB6-F8DD8B59343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6D228-C874-CED8-875D-ECEE13036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3984F-1485-E209-C463-66DA4B59A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31A856-9629-A949-AC63-1791B63A5C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1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eps.python.org/pep-0008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9BE5-00B7-DA01-1BC7-5718146038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Writing Readable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084BA-9D80-F21D-09AA-6598A132D2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Style &amp; Structure</a:t>
            </a:r>
          </a:p>
        </p:txBody>
      </p:sp>
    </p:spTree>
    <p:extLst>
      <p:ext uri="{BB962C8B-B14F-4D97-AF65-F5344CB8AC3E}">
        <p14:creationId xmlns:p14="http://schemas.microsoft.com/office/powerpoint/2010/main" val="50800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3D37B-B015-BD78-114E-419358BE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B43A5-9720-C2E7-1EA9-560A0A40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aware of style guides (i.e. PEP8, CPA Style Guide)</a:t>
            </a:r>
          </a:p>
          <a:p>
            <a:endParaRPr lang="en-US" dirty="0"/>
          </a:p>
          <a:p>
            <a:r>
              <a:rPr lang="en-US" dirty="0"/>
              <a:t>Understand how we can use: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Variable and function names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Comments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Consistent formatting </a:t>
            </a:r>
          </a:p>
          <a:p>
            <a:pPr marL="457200" lvl="1" indent="0">
              <a:buNone/>
            </a:pPr>
            <a:r>
              <a:rPr lang="en-US" sz="2800" dirty="0"/>
              <a:t>to improve readability of our code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Practice reading and understanding code.</a:t>
            </a:r>
          </a:p>
        </p:txBody>
      </p:sp>
    </p:spTree>
    <p:extLst>
      <p:ext uri="{BB962C8B-B14F-4D97-AF65-F5344CB8AC3E}">
        <p14:creationId xmlns:p14="http://schemas.microsoft.com/office/powerpoint/2010/main" val="3831772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AF3F-B6EF-4EA0-3F87-F1C0E488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care about consistent style?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B6A8-FD6E-F99E-4663-2F8592DC6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Improves readability </a:t>
            </a:r>
          </a:p>
          <a:p>
            <a:endParaRPr lang="en-GB" dirty="0"/>
          </a:p>
          <a:p>
            <a:r>
              <a:rPr lang="en-GB" dirty="0"/>
              <a:t>Well-formatted, consistent code is easier to update, debug, and extend</a:t>
            </a:r>
          </a:p>
          <a:p>
            <a:endParaRPr lang="en-GB" dirty="0"/>
          </a:p>
          <a:p>
            <a:r>
              <a:rPr lang="en-GB" dirty="0"/>
              <a:t>Team members can easily read and modify each other’s code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33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1FC9-A23B-771D-19AA-BB6C5E3B5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FF91-F672-E704-B939-0C42F7822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Understanding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50E3-106B-3BD4-CA21-FAFE8A4D4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2400" cy="4351338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/>
              <a:t>Most of the code you’ve written has been from scratch</a:t>
            </a:r>
          </a:p>
          <a:p>
            <a:endParaRPr lang="en-US" dirty="0"/>
          </a:p>
          <a:p>
            <a:r>
              <a:rPr lang="en-US" dirty="0"/>
              <a:t>In practice, much of the code you write will be editing an existing code base. </a:t>
            </a:r>
          </a:p>
          <a:p>
            <a:pPr lvl="1"/>
            <a:r>
              <a:rPr lang="en-US" dirty="0"/>
              <a:t>Working in a team</a:t>
            </a:r>
          </a:p>
          <a:p>
            <a:pPr lvl="1"/>
            <a:r>
              <a:rPr lang="en-US" dirty="0"/>
              <a:t>Adding a new feature to some existing code </a:t>
            </a:r>
          </a:p>
          <a:p>
            <a:pPr lvl="1"/>
            <a:r>
              <a:rPr lang="en-US" i="1" dirty="0"/>
              <a:t>Refactoring</a:t>
            </a:r>
            <a:r>
              <a:rPr lang="en-US" dirty="0"/>
              <a:t> existing code to be more efficient </a:t>
            </a:r>
          </a:p>
          <a:p>
            <a:pPr lvl="1"/>
            <a:r>
              <a:rPr lang="en-US" dirty="0"/>
              <a:t>Correcting code written by an AI tool</a:t>
            </a:r>
          </a:p>
          <a:p>
            <a:pPr lvl="1"/>
            <a:endParaRPr lang="en-US" dirty="0"/>
          </a:p>
          <a:p>
            <a:r>
              <a:rPr lang="en-US" dirty="0"/>
              <a:t>Before you can edit code, you need to understand what it does, and how it works.</a:t>
            </a:r>
          </a:p>
          <a:p>
            <a:endParaRPr lang="en-US" dirty="0"/>
          </a:p>
          <a:p>
            <a:r>
              <a:rPr lang="en-US" dirty="0"/>
              <a:t>Let’s practice reading some code…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815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96A35-68B0-1470-D7D1-788B7E423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21A2-F786-1C93-3F6C-D987DA1BE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Code Examples</a:t>
            </a:r>
          </a:p>
        </p:txBody>
      </p:sp>
      <p:pic>
        <p:nvPicPr>
          <p:cNvPr id="6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961A2387-D7CD-1E6E-CB3B-273F046166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43" r="36343" b="71985"/>
          <a:stretch/>
        </p:blipFill>
        <p:spPr>
          <a:xfrm>
            <a:off x="1819836" y="1690688"/>
            <a:ext cx="3982591" cy="810465"/>
          </a:xfrm>
          <a:prstGeom prst="rect">
            <a:avLst/>
          </a:prstGeom>
        </p:spPr>
      </p:pic>
      <p:pic>
        <p:nvPicPr>
          <p:cNvPr id="7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756BDAF7-9577-1426-346D-325E468771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914" r="36344" b="50343"/>
          <a:stretch/>
        </p:blipFill>
        <p:spPr>
          <a:xfrm>
            <a:off x="1782881" y="2770094"/>
            <a:ext cx="3982591" cy="1317812"/>
          </a:xfrm>
          <a:prstGeom prst="rect">
            <a:avLst/>
          </a:prstGeom>
        </p:spPr>
      </p:pic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A5422550-735D-6829-B502-64E7274D04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178"/>
          <a:stretch/>
        </p:blipFill>
        <p:spPr>
          <a:xfrm>
            <a:off x="1782881" y="4356847"/>
            <a:ext cx="6152781" cy="17023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DCE4A7-CC57-3606-8AE2-BC2AC085200C}"/>
              </a:ext>
            </a:extLst>
          </p:cNvPr>
          <p:cNvSpPr txBox="1"/>
          <p:nvPr/>
        </p:nvSpPr>
        <p:spPr>
          <a:xfrm>
            <a:off x="734011" y="1865088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BF0B5-8E6C-2234-219E-CBF210333601}"/>
              </a:ext>
            </a:extLst>
          </p:cNvPr>
          <p:cNvSpPr txBox="1"/>
          <p:nvPr/>
        </p:nvSpPr>
        <p:spPr>
          <a:xfrm>
            <a:off x="734011" y="3110967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68380-FEB5-4C07-76AC-385E7CFA20DF}"/>
              </a:ext>
            </a:extLst>
          </p:cNvPr>
          <p:cNvSpPr txBox="1"/>
          <p:nvPr/>
        </p:nvSpPr>
        <p:spPr>
          <a:xfrm>
            <a:off x="734011" y="4872120"/>
            <a:ext cx="1048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53083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D7D3-9D5A-B09B-DD25-9F40E1054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4"/>
            <a:ext cx="10515600" cy="1325563"/>
          </a:xfrm>
        </p:spPr>
        <p:txBody>
          <a:bodyPr/>
          <a:lstStyle/>
          <a:p>
            <a:r>
              <a:rPr lang="en-US" dirty="0"/>
              <a:t>Reading and Understanding Code</a:t>
            </a:r>
          </a:p>
        </p:txBody>
      </p:sp>
      <p:pic>
        <p:nvPicPr>
          <p:cNvPr id="5" name="Content Placeholder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448CFB3E-A5F4-CF90-4C8A-DEC896EC1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129" r="29895" b="12460"/>
          <a:stretch/>
        </p:blipFill>
        <p:spPr>
          <a:xfrm>
            <a:off x="527187" y="2330224"/>
            <a:ext cx="5764756" cy="416650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C09334-DEDC-30FD-6FC5-4BB504BD7075}"/>
              </a:ext>
            </a:extLst>
          </p:cNvPr>
          <p:cNvSpPr txBox="1"/>
          <p:nvPr/>
        </p:nvSpPr>
        <p:spPr>
          <a:xfrm>
            <a:off x="838200" y="991864"/>
            <a:ext cx="99231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For more complex bits of code, adding print statements can help you to understand what’s going on.</a:t>
            </a:r>
          </a:p>
        </p:txBody>
      </p:sp>
      <p:pic>
        <p:nvPicPr>
          <p:cNvPr id="3" name="Picture 2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58B2B03-ACB2-1857-7ECC-3F86F05D1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446" y="1649186"/>
            <a:ext cx="523875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889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7C0EB-4B7D-B4B9-FA12-37B4F7C85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0D8F-DEB4-89E0-543F-1C3D7B8C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Readable Code -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4A9A-F491-5975-629A-270D6428E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most </a:t>
            </a:r>
            <a:r>
              <a:rPr lang="en-US" dirty="0"/>
              <a:t>important thing is to be consistent- pick a format and stick to it. 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PEP 8</a:t>
            </a:r>
            <a:r>
              <a:rPr lang="en-US" dirty="0"/>
              <a:t> is the generally-accepted style guide for Python. </a:t>
            </a:r>
          </a:p>
          <a:p>
            <a:endParaRPr lang="en-US" dirty="0"/>
          </a:p>
          <a:p>
            <a:r>
              <a:rPr lang="en-US" dirty="0"/>
              <a:t>We have outlined a vastly reduced set of style directives – the CPA style guide (available on blackboard).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Variables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Constants and magic numbers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Functions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Comments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  <a:p>
            <a:endParaRPr lang="en-US" dirty="0"/>
          </a:p>
          <a:p>
            <a:r>
              <a:rPr lang="en-US" dirty="0"/>
              <a:t>Your assessments will be marked down for not following the unit style guide!</a:t>
            </a:r>
          </a:p>
        </p:txBody>
      </p:sp>
    </p:spTree>
    <p:extLst>
      <p:ext uri="{BB962C8B-B14F-4D97-AF65-F5344CB8AC3E}">
        <p14:creationId xmlns:p14="http://schemas.microsoft.com/office/powerpoint/2010/main" val="602239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61A9-9C89-5BE7-3958-B04C8423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B74A9-8F12-37AC-C292-521189E84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804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Must have a </a:t>
            </a:r>
            <a:r>
              <a:rPr lang="en-US" b="1" dirty="0"/>
              <a:t>descriptive</a:t>
            </a:r>
            <a:r>
              <a:rPr lang="en-US" dirty="0"/>
              <a:t> name</a:t>
            </a:r>
          </a:p>
          <a:p>
            <a:r>
              <a:rPr lang="en-US" dirty="0"/>
              <a:t>Must use </a:t>
            </a:r>
            <a:r>
              <a:rPr lang="en-US" b="1" dirty="0"/>
              <a:t>lower case</a:t>
            </a:r>
            <a:r>
              <a:rPr lang="en-US" dirty="0"/>
              <a:t> with </a:t>
            </a:r>
            <a:r>
              <a:rPr lang="en-US" b="1" dirty="0"/>
              <a:t>underscores</a:t>
            </a:r>
            <a:r>
              <a:rPr lang="en-US" dirty="0"/>
              <a:t> to separate words</a:t>
            </a:r>
          </a:p>
          <a:p>
            <a:r>
              <a:rPr lang="en-US" dirty="0"/>
              <a:t>Must not be single letters (</a:t>
            </a:r>
            <a:r>
              <a:rPr lang="en-US" dirty="0" err="1"/>
              <a:t>i</a:t>
            </a:r>
            <a:r>
              <a:rPr lang="en-US" dirty="0"/>
              <a:t>, j, k)</a:t>
            </a:r>
          </a:p>
          <a:p>
            <a:endParaRPr lang="en-US" dirty="0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A close-up of a word&#10;&#10;AI-generated content may be incorrect.">
            <a:extLst>
              <a:ext uri="{FF2B5EF4-FFF2-40B4-BE49-F238E27FC236}">
                <a16:creationId xmlns:a16="http://schemas.microsoft.com/office/drawing/2014/main" id="{07767D9E-1A58-FF01-1FDC-71A3BB3D6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302" y="3995899"/>
            <a:ext cx="3009900" cy="112395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FD48AA-685D-949E-9C8E-CA9D0AA45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642" y="3999722"/>
            <a:ext cx="6804737" cy="1105677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36B11F-07AD-C068-7E38-7FC2BDD7923A}"/>
              </a:ext>
            </a:extLst>
          </p:cNvPr>
          <p:cNvSpPr txBox="1">
            <a:spLocks/>
          </p:cNvSpPr>
          <p:nvPr/>
        </p:nvSpPr>
        <p:spPr>
          <a:xfrm>
            <a:off x="1300808" y="5274609"/>
            <a:ext cx="2650672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Hard to tell what a and b represent</a:t>
            </a:r>
            <a:endParaRPr lang="en-US" sz="2400" i="1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E8E64A8-A77D-5B9B-7C59-546199E55AA5}"/>
              </a:ext>
            </a:extLst>
          </p:cNvPr>
          <p:cNvSpPr txBox="1">
            <a:spLocks/>
          </p:cNvSpPr>
          <p:nvPr/>
        </p:nvSpPr>
        <p:spPr>
          <a:xfrm>
            <a:off x="5199255" y="5274608"/>
            <a:ext cx="7590063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The code is self-explanatory without comments</a:t>
            </a:r>
            <a:endParaRPr lang="en-US" i="1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A513E-F2DB-40F6-127E-4BC19590E56F}"/>
              </a:ext>
            </a:extLst>
          </p:cNvPr>
          <p:cNvSpPr txBox="1"/>
          <p:nvPr/>
        </p:nvSpPr>
        <p:spPr>
          <a:xfrm>
            <a:off x="551089" y="3673928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02B57D-314D-C46A-9E71-A286936BF9D1}"/>
              </a:ext>
            </a:extLst>
          </p:cNvPr>
          <p:cNvSpPr txBox="1"/>
          <p:nvPr/>
        </p:nvSpPr>
        <p:spPr>
          <a:xfrm>
            <a:off x="4483553" y="3673928"/>
            <a:ext cx="9252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36444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8A2F-5D82-806F-B2A1-9CA41D921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71C6-2549-F159-34B1-2F5BBDBBC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649" y="147411"/>
            <a:ext cx="10515600" cy="1325563"/>
          </a:xfrm>
        </p:spPr>
        <p:txBody>
          <a:bodyPr/>
          <a:lstStyle/>
          <a:p>
            <a:r>
              <a:rPr lang="en-US" b="1" dirty="0"/>
              <a:t>1.Variables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2975B-7B5C-30BC-7F89-86B44811E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649" y="1220107"/>
            <a:ext cx="10515600" cy="35670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/>
              <a:t>Do use English grammar conventions (i.e. plurals for lists) for clarity of meaning 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Do not use Python built-in objects / functions (</a:t>
            </a:r>
            <a:r>
              <a:rPr lang="en-US" dirty="0" err="1"/>
              <a:t>i.e</a:t>
            </a:r>
            <a:r>
              <a:rPr lang="en-US" dirty="0"/>
              <a:t> str, int)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/>
          </a:p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0A7B86-9AB7-37A0-231B-AFF854CE1551}"/>
              </a:ext>
            </a:extLst>
          </p:cNvPr>
          <p:cNvSpPr txBox="1">
            <a:spLocks/>
          </p:cNvSpPr>
          <p:nvPr/>
        </p:nvSpPr>
        <p:spPr>
          <a:xfrm>
            <a:off x="7046911" y="4899440"/>
            <a:ext cx="450318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i="1" dirty="0">
                <a:ea typeface="+mn-lt"/>
                <a:cs typeface="+mn-lt"/>
              </a:rPr>
              <a:t>Overwrites Python’s built-in 'constructor' functions which breaks common functionality</a:t>
            </a:r>
            <a:endParaRPr lang="en-US" sz="20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DB282-D9AF-36E1-D7C7-8D88E89BD7C2}"/>
              </a:ext>
            </a:extLst>
          </p:cNvPr>
          <p:cNvSpPr txBox="1"/>
          <p:nvPr/>
        </p:nvSpPr>
        <p:spPr>
          <a:xfrm>
            <a:off x="-1496786" y="3428999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918B1E-319D-FDDB-1C3F-96CCF39E6179}"/>
              </a:ext>
            </a:extLst>
          </p:cNvPr>
          <p:cNvSpPr txBox="1"/>
          <p:nvPr/>
        </p:nvSpPr>
        <p:spPr>
          <a:xfrm>
            <a:off x="-1530804" y="4803321"/>
            <a:ext cx="9252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9E1B82-92FA-C3D4-CE8A-467B187AC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942" y="2094140"/>
            <a:ext cx="4173117" cy="1301232"/>
          </a:xfrm>
          <a:prstGeom prst="rect">
            <a:avLst/>
          </a:prstGeom>
          <a:ln>
            <a:solidFill>
              <a:srgbClr val="4472C4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3" name="Picture 12" descr="A close-up of text&#10;&#10;AI-generated content may be incorrect.">
            <a:extLst>
              <a:ext uri="{FF2B5EF4-FFF2-40B4-BE49-F238E27FC236}">
                <a16:creationId xmlns:a16="http://schemas.microsoft.com/office/drawing/2014/main" id="{705D9E49-FB2B-0791-E762-1ED7D572D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280" y="2093167"/>
            <a:ext cx="4483359" cy="1474237"/>
          </a:xfrm>
          <a:prstGeom prst="rect">
            <a:avLst/>
          </a:prstGeom>
          <a:ln>
            <a:solidFill>
              <a:srgbClr val="4472C4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4E01A42-A930-907F-E8DB-FE3F47E97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220" y="4322990"/>
            <a:ext cx="5000820" cy="2251399"/>
          </a:xfrm>
          <a:prstGeom prst="rect">
            <a:avLst/>
          </a:prstGeom>
          <a:ln>
            <a:solidFill>
              <a:srgbClr val="4472C4"/>
            </a:solidFill>
          </a:ln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190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7F20-F1DE-2F4E-76C5-EE3F34C4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2.Constants and magic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C446-405F-F7E9-F855-7F19D433B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constants must be defined as variables.</a:t>
            </a:r>
          </a:p>
          <a:p>
            <a:r>
              <a:rPr lang="en-US" dirty="0"/>
              <a:t>Your code should not contain ‘magic numbers’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18E3B6-4566-626E-5F01-241218F86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065689"/>
            <a:ext cx="10115550" cy="2248678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C8FB78-41A6-1123-0915-79716B01FCAF}"/>
              </a:ext>
            </a:extLst>
          </p:cNvPr>
          <p:cNvSpPr txBox="1">
            <a:spLocks/>
          </p:cNvSpPr>
          <p:nvPr/>
        </p:nvSpPr>
        <p:spPr>
          <a:xfrm>
            <a:off x="838165" y="5485518"/>
            <a:ext cx="11808278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Magic numbers (0, 180, and 75) make editing the code more susceptible to error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45907-A2CE-9529-10B2-330DEDCF1818}"/>
              </a:ext>
            </a:extLst>
          </p:cNvPr>
          <p:cNvSpPr txBox="1"/>
          <p:nvPr/>
        </p:nvSpPr>
        <p:spPr>
          <a:xfrm>
            <a:off x="10402660" y="3224892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3814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F371F-7E5C-F81B-D3E1-1DA17625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0DA2-9A8D-E05C-ABC7-2E024EB5A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2.Constants and magic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AAC4D-3697-F183-58A4-A67F3583B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018"/>
            <a:ext cx="10515600" cy="4351338"/>
          </a:xfrm>
        </p:spPr>
        <p:txBody>
          <a:bodyPr/>
          <a:lstStyle/>
          <a:p>
            <a:r>
              <a:rPr lang="en-US" dirty="0"/>
              <a:t>All constants must be defined as variables.</a:t>
            </a:r>
          </a:p>
          <a:p>
            <a:r>
              <a:rPr lang="en-US" dirty="0"/>
              <a:t>Your code should not contain ‘magic numbers’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E1CB8AB-C632-E3B3-55B2-4988790153A7}"/>
              </a:ext>
            </a:extLst>
          </p:cNvPr>
          <p:cNvSpPr txBox="1">
            <a:spLocks/>
          </p:cNvSpPr>
          <p:nvPr/>
        </p:nvSpPr>
        <p:spPr>
          <a:xfrm>
            <a:off x="838165" y="5784875"/>
            <a:ext cx="11808278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>
                <a:ea typeface="+mn-lt"/>
                <a:cs typeface="+mn-lt"/>
              </a:rPr>
              <a:t>Code is more readable 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i="1" dirty="0"/>
              <a:t>Only need to edited in one, easy to find, place if constant values needs modifying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94F6B-6D08-54B2-C128-35C003BA8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9" y="2453149"/>
            <a:ext cx="10668000" cy="3149131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7" name="TextBox 9">
            <a:extLst>
              <a:ext uri="{FF2B5EF4-FFF2-40B4-BE49-F238E27FC236}">
                <a16:creationId xmlns:a16="http://schemas.microsoft.com/office/drawing/2014/main" id="{0CDFA7A1-AF67-646A-A718-0C6EC9E0D2A8}"/>
              </a:ext>
            </a:extLst>
          </p:cNvPr>
          <p:cNvSpPr txBox="1"/>
          <p:nvPr/>
        </p:nvSpPr>
        <p:spPr>
          <a:xfrm>
            <a:off x="10729231" y="264658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08333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3CD27-11E6-2951-861A-908DCA9BD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4CB4D-DD33-FC60-D6CE-5D5B95168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Must have a </a:t>
            </a:r>
            <a:r>
              <a:rPr lang="en-US" b="1" dirty="0"/>
              <a:t>descriptive</a:t>
            </a:r>
            <a:r>
              <a:rPr lang="en-US" dirty="0"/>
              <a:t> name</a:t>
            </a:r>
          </a:p>
          <a:p>
            <a:r>
              <a:rPr lang="en-US" dirty="0"/>
              <a:t>Must use </a:t>
            </a:r>
            <a:r>
              <a:rPr lang="en-US" b="1" dirty="0"/>
              <a:t>lower case</a:t>
            </a:r>
            <a:r>
              <a:rPr lang="en-US" dirty="0"/>
              <a:t> with </a:t>
            </a:r>
            <a:r>
              <a:rPr lang="en-US" b="1" dirty="0"/>
              <a:t>underscores</a:t>
            </a:r>
            <a:r>
              <a:rPr lang="en-US" dirty="0"/>
              <a:t> to separate words</a:t>
            </a:r>
          </a:p>
          <a:p>
            <a:r>
              <a:rPr lang="en-US" dirty="0"/>
              <a:t>Should include a </a:t>
            </a:r>
            <a:r>
              <a:rPr lang="en-US" b="1" dirty="0"/>
              <a:t>docstring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Short functions – can be a single line comment explaining what the function does</a:t>
            </a:r>
          </a:p>
          <a:p>
            <a:pPr lvl="1"/>
            <a:r>
              <a:rPr lang="en-US" dirty="0"/>
              <a:t>Longer functions – should be a multi-line comment, defining inputs, outputs, what the function does, and how it does it.</a:t>
            </a:r>
          </a:p>
        </p:txBody>
      </p:sp>
    </p:spTree>
    <p:extLst>
      <p:ext uri="{BB962C8B-B14F-4D97-AF65-F5344CB8AC3E}">
        <p14:creationId xmlns:p14="http://schemas.microsoft.com/office/powerpoint/2010/main" val="2726237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E3C01-28EB-1041-7CC2-849314827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8B0B-19A5-589B-2D58-10B675C1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3.Functions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41B32E-15FF-B518-FD1C-9666BC7CB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696" y="1715294"/>
            <a:ext cx="3143250" cy="123825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F1A521-B1C0-7C1F-0533-418D7B149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078" y="1683592"/>
            <a:ext cx="6362700" cy="173355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55EECAD-A041-5E99-5197-4581DEE1DE71}"/>
              </a:ext>
            </a:extLst>
          </p:cNvPr>
          <p:cNvSpPr txBox="1"/>
          <p:nvPr/>
        </p:nvSpPr>
        <p:spPr>
          <a:xfrm>
            <a:off x="4918981" y="1394732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28C9A-765E-8AEC-0B43-DBDCD6CA4767}"/>
              </a:ext>
            </a:extLst>
          </p:cNvPr>
          <p:cNvSpPr txBox="1"/>
          <p:nvPr/>
        </p:nvSpPr>
        <p:spPr>
          <a:xfrm>
            <a:off x="571499" y="1496785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DE50BB-391F-669D-A1BE-65E9DCDAF51C}"/>
              </a:ext>
            </a:extLst>
          </p:cNvPr>
          <p:cNvSpPr txBox="1">
            <a:spLocks/>
          </p:cNvSpPr>
          <p:nvPr/>
        </p:nvSpPr>
        <p:spPr>
          <a:xfrm>
            <a:off x="838165" y="3240339"/>
            <a:ext cx="3834493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ea typeface="+mn-lt"/>
                <a:cs typeface="+mn-lt"/>
              </a:rPr>
              <a:t>Name isn’t descriptive.</a:t>
            </a:r>
            <a:endParaRPr lang="en-US" i="1" dirty="0"/>
          </a:p>
          <a:p>
            <a:r>
              <a:rPr lang="en-US" sz="2400" i="1" dirty="0">
                <a:ea typeface="+mn-lt"/>
                <a:cs typeface="+mn-lt"/>
              </a:rPr>
              <a:t>No comment or docstring.</a:t>
            </a:r>
            <a:endParaRPr lang="en-US" i="1" dirty="0"/>
          </a:p>
          <a:p>
            <a:r>
              <a:rPr lang="en-US" sz="2400" i="1" dirty="0">
                <a:ea typeface="+mn-lt"/>
                <a:cs typeface="+mn-lt"/>
              </a:rPr>
              <a:t>Hard to tell what the function does.</a:t>
            </a:r>
            <a:endParaRPr lang="en-US" i="1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EDDB841-4FF6-A9F3-A422-A15D24EF42F1}"/>
              </a:ext>
            </a:extLst>
          </p:cNvPr>
          <p:cNvSpPr txBox="1">
            <a:spLocks/>
          </p:cNvSpPr>
          <p:nvPr/>
        </p:nvSpPr>
        <p:spPr>
          <a:xfrm>
            <a:off x="5253683" y="3641750"/>
            <a:ext cx="6773635" cy="43173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ea typeface="+mn-lt"/>
                <a:cs typeface="+mn-lt"/>
              </a:rPr>
              <a:t>Descriptive, lowercase name with underscores.</a:t>
            </a:r>
            <a:endParaRPr lang="en-US" i="1" dirty="0">
              <a:ea typeface="+mn-lt"/>
              <a:cs typeface="+mn-lt"/>
            </a:endParaRPr>
          </a:p>
          <a:p>
            <a:r>
              <a:rPr lang="en-US" sz="2400" i="1" dirty="0">
                <a:ea typeface="+mn-lt"/>
                <a:cs typeface="+mn-lt"/>
              </a:rPr>
              <a:t>Short, clear comment explains what it does.</a:t>
            </a:r>
            <a:endParaRPr lang="en-US" i="1" dirty="0">
              <a:ea typeface="+mn-lt"/>
              <a:cs typeface="+mn-lt"/>
            </a:endParaRPr>
          </a:p>
          <a:p>
            <a:r>
              <a:rPr lang="en-US" sz="2400" i="1" dirty="0">
                <a:ea typeface="+mn-lt"/>
                <a:cs typeface="+mn-lt"/>
              </a:rPr>
              <a:t>Concise and readable.</a:t>
            </a:r>
            <a:endParaRPr lang="en-US" i="1" dirty="0">
              <a:ea typeface="+mn-lt"/>
              <a:cs typeface="+mn-lt"/>
            </a:endParaRPr>
          </a:p>
          <a:p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609883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461-0AAE-E57C-5672-18D9195A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A2E0E77-C26A-3E11-2E66-2B286701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513" y="536509"/>
            <a:ext cx="6569524" cy="5784981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3" name="Picture 2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C8CE0A31-8F3A-1C91-147C-B7D86288D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32020"/>
            <a:ext cx="3431333" cy="2798795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A04F12-4948-827E-D478-B6EB017075FE}"/>
              </a:ext>
            </a:extLst>
          </p:cNvPr>
          <p:cNvSpPr txBox="1"/>
          <p:nvPr/>
        </p:nvSpPr>
        <p:spPr>
          <a:xfrm>
            <a:off x="540398" y="3531053"/>
            <a:ext cx="4415518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i="1" dirty="0"/>
              <a:t>Function name is not descriptive.</a:t>
            </a:r>
          </a:p>
          <a:p>
            <a:pPr marL="285750" indent="-285750">
              <a:buFont typeface="Arial"/>
              <a:buChar char="•"/>
            </a:pPr>
            <a:r>
              <a:rPr lang="en-US" sz="2000" i="1" dirty="0"/>
              <a:t>Variable names (d, t, r, x) are not descriptive.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No docstring or comment explaining purpose, inputs, or outputs.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Print statement gives no meaningful context.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Code works, but isn’t readable or maintainable.</a:t>
            </a:r>
          </a:p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70691F-8F5E-C77E-3B15-3F3669975D77}"/>
              </a:ext>
            </a:extLst>
          </p:cNvPr>
          <p:cNvSpPr txBox="1"/>
          <p:nvPr/>
        </p:nvSpPr>
        <p:spPr>
          <a:xfrm>
            <a:off x="3633106" y="428624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84E6CDDA-3098-B803-B3F6-2D25ACCB74FE}"/>
              </a:ext>
            </a:extLst>
          </p:cNvPr>
          <p:cNvSpPr txBox="1"/>
          <p:nvPr/>
        </p:nvSpPr>
        <p:spPr>
          <a:xfrm>
            <a:off x="11137445" y="306161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31749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FC6A-0F1E-6028-B917-6B7DF74AD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DD503-792D-D108-1E62-DDEBB517F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679"/>
            <a:ext cx="10515600" cy="47595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/>
              <a:t>Comments should be used throughout your code to support </a:t>
            </a:r>
            <a:r>
              <a:rPr lang="en-US" sz="2000" b="1" dirty="0"/>
              <a:t>readability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Any line of code that starts with a # will be ignored by the Python interpreter</a:t>
            </a:r>
          </a:p>
          <a:p>
            <a:endParaRPr lang="en-US" sz="2000" dirty="0"/>
          </a:p>
          <a:p>
            <a:r>
              <a:rPr lang="en-US" sz="2000" dirty="0"/>
              <a:t>To create a multi-line comment, use three quotation marks (‘‘‘)instead.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If the variable / function naming makes it clear what is going on, then we don’t need a comment.</a:t>
            </a:r>
          </a:p>
          <a:p>
            <a:endParaRPr lang="en-US" sz="2000" dirty="0"/>
          </a:p>
          <a:p>
            <a:r>
              <a:rPr lang="en-US" sz="2000" dirty="0"/>
              <a:t>You can also use comments to temporarily remove ("comment out") sections of code that you don’t want to delete- can be really helpful for debugging.</a:t>
            </a:r>
          </a:p>
          <a:p>
            <a:endParaRPr lang="en-US" sz="2000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F6228E4-7F7F-64EA-83B1-0E01412BD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39" r="47868" b="8319"/>
          <a:stretch/>
        </p:blipFill>
        <p:spPr>
          <a:xfrm>
            <a:off x="1967592" y="3534556"/>
            <a:ext cx="8009495" cy="114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874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7C19-5506-3D77-5AB7-12163E44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B8EC-614E-ACD9-1274-724C9339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29"/>
            <a:ext cx="10515600" cy="1325563"/>
          </a:xfrm>
        </p:spPr>
        <p:txBody>
          <a:bodyPr/>
          <a:lstStyle/>
          <a:p>
            <a:r>
              <a:rPr lang="en-US" b="1" dirty="0"/>
              <a:t>4.Comments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1B7D6-FB84-56C7-5520-9480453E5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11" y="1154274"/>
            <a:ext cx="3335695" cy="1882452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3A5D38B-45E9-6DCF-EE2A-FDF70751E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00" y="3240055"/>
            <a:ext cx="8326018" cy="3060442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6CBB56-4052-6D11-3953-FA7932A5A937}"/>
              </a:ext>
            </a:extLst>
          </p:cNvPr>
          <p:cNvSpPr txBox="1"/>
          <p:nvPr/>
        </p:nvSpPr>
        <p:spPr>
          <a:xfrm>
            <a:off x="5442857" y="748393"/>
            <a:ext cx="60960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i="1" dirty="0"/>
              <a:t>Comments explain why and what, not how.</a:t>
            </a:r>
          </a:p>
          <a:p>
            <a:pPr marL="228600" indent="-228600">
              <a:buFont typeface=""/>
              <a:buChar char="•"/>
            </a:pPr>
            <a:r>
              <a:rPr lang="en-US" sz="2400" i="1" dirty="0"/>
              <a:t>Leaves simple, self-explanatory lines uncommented.</a:t>
            </a:r>
          </a:p>
          <a:p>
            <a:pPr marL="228600" indent="-228600">
              <a:buFont typeface=""/>
              <a:buChar char="•"/>
            </a:pPr>
            <a:r>
              <a:rPr lang="en-US" sz="2400" i="1" dirty="0"/>
              <a:t>Improves readability without redundancy.</a:t>
            </a:r>
            <a:endParaRPr lang="en-US" sz="2400" i="1" dirty="0">
              <a:ea typeface="+mn-lt"/>
              <a:cs typeface="+mn-lt"/>
            </a:endParaRPr>
          </a:p>
          <a:p>
            <a:pPr marL="228600" indent="-228600">
              <a:buFont typeface=""/>
              <a:buChar char="•"/>
            </a:pPr>
            <a:r>
              <a:rPr lang="en-US" sz="2400" i="1" dirty="0">
                <a:ea typeface="+mn-lt"/>
                <a:cs typeface="+mn-lt"/>
              </a:rPr>
              <a:t>To write comments to explain your code to a “future you”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dirty="0"/>
          </a:p>
          <a:p>
            <a:pPr algn="ctr"/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08D7AD-7AEC-D643-7C2F-8D6F6B295F21}"/>
              </a:ext>
            </a:extLst>
          </p:cNvPr>
          <p:cNvSpPr txBox="1"/>
          <p:nvPr/>
        </p:nvSpPr>
        <p:spPr>
          <a:xfrm>
            <a:off x="3714749" y="1047749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23EABA57-9706-7265-F25E-BC69DE255DB8}"/>
              </a:ext>
            </a:extLst>
          </p:cNvPr>
          <p:cNvSpPr txBox="1"/>
          <p:nvPr/>
        </p:nvSpPr>
        <p:spPr>
          <a:xfrm>
            <a:off x="8694963" y="2918732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35543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4BFD8-0A8B-674A-EBBB-8F6B60D5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03F37-D438-9523-CE27-E83921720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4.Comments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5643404-F1FD-2D22-BD42-70F865FD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22" y="1690395"/>
            <a:ext cx="5973536" cy="4645479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FBBD5B-F297-B741-94C1-B405BA4DE998}"/>
              </a:ext>
            </a:extLst>
          </p:cNvPr>
          <p:cNvSpPr txBox="1"/>
          <p:nvPr/>
        </p:nvSpPr>
        <p:spPr>
          <a:xfrm>
            <a:off x="7225393" y="1687286"/>
            <a:ext cx="4503965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i="1" dirty="0"/>
              <a:t>Every line is commented, even when the code is self-explanatory.</a:t>
            </a:r>
          </a:p>
          <a:p>
            <a:pPr marL="228600" indent="-228600">
              <a:buFont typeface=""/>
              <a:buChar char="•"/>
            </a:pPr>
            <a:endParaRPr lang="en-US" sz="2400" i="1" dirty="0"/>
          </a:p>
          <a:p>
            <a:pPr marL="228600" indent="-228600">
              <a:buFont typeface=""/>
              <a:buChar char="•"/>
            </a:pPr>
            <a:r>
              <a:rPr lang="en-US" sz="2400" i="1" dirty="0"/>
              <a:t>Harder to read, not easier.</a:t>
            </a:r>
          </a:p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476884-A434-8703-66F1-90CE83813A5F}"/>
              </a:ext>
            </a:extLst>
          </p:cNvPr>
          <p:cNvSpPr txBox="1"/>
          <p:nvPr/>
        </p:nvSpPr>
        <p:spPr>
          <a:xfrm>
            <a:off x="6191249" y="1836963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62772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F8137-4CE0-3EA3-4775-331AFFCE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54F4E-37F1-348B-960A-77ED98DC0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68581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Your code should adhere to the expected structure for a python file: </a:t>
            </a:r>
          </a:p>
          <a:p>
            <a:endParaRPr lang="en-US" dirty="0"/>
          </a:p>
          <a:p>
            <a:pPr marL="914400" lvl="1" indent="-457200">
              <a:buAutoNum type="arabicPeriod"/>
            </a:pPr>
            <a:r>
              <a:rPr lang="en-US" dirty="0"/>
              <a:t>Imports</a:t>
            </a:r>
          </a:p>
          <a:p>
            <a:pPr marL="914400" lvl="1" indent="-457200">
              <a:buAutoNum type="arabicPeriod"/>
            </a:pPr>
            <a:r>
              <a:rPr lang="en-US" dirty="0"/>
              <a:t>Constant definitions</a:t>
            </a:r>
          </a:p>
          <a:p>
            <a:pPr marL="914400" lvl="1" indent="-457200">
              <a:buAutoNum type="arabicPeriod"/>
            </a:pPr>
            <a:r>
              <a:rPr lang="en-US" dirty="0"/>
              <a:t>Function definitions</a:t>
            </a:r>
          </a:p>
          <a:p>
            <a:pPr marL="914400" lvl="1" indent="-457200">
              <a:buAutoNum type="arabicPeriod"/>
            </a:pPr>
            <a:r>
              <a:rPr lang="en-US" dirty="0"/>
              <a:t>Main function</a:t>
            </a:r>
          </a:p>
        </p:txBody>
      </p:sp>
    </p:spTree>
    <p:extLst>
      <p:ext uri="{BB962C8B-B14F-4D97-AF65-F5344CB8AC3E}">
        <p14:creationId xmlns:p14="http://schemas.microsoft.com/office/powerpoint/2010/main" val="2304587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8875-D1BF-6C75-6B52-5D08B72A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5650E-1DB0-919C-6C16-4C4AFB7F7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</p:txBody>
      </p:sp>
      <p:pic>
        <p:nvPicPr>
          <p:cNvPr id="6" name="Content Placeholder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70A55E7C-8B55-0A93-84F6-4583F0AF3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0268" y="1155959"/>
            <a:ext cx="4817729" cy="346493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DD9BFF-1669-FEC9-9DDB-4E964D0C5EE0}"/>
              </a:ext>
            </a:extLst>
          </p:cNvPr>
          <p:cNvSpPr txBox="1"/>
          <p:nvPr/>
        </p:nvSpPr>
        <p:spPr>
          <a:xfrm>
            <a:off x="1122590" y="2775858"/>
            <a:ext cx="428625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Imports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Constant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Function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Main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7310CA-D36C-41BF-6175-1FA27B8EA479}"/>
              </a:ext>
            </a:extLst>
          </p:cNvPr>
          <p:cNvSpPr txBox="1"/>
          <p:nvPr/>
        </p:nvSpPr>
        <p:spPr>
          <a:xfrm>
            <a:off x="6300107" y="4769304"/>
            <a:ext cx="505505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i="1" dirty="0"/>
              <a:t>The structure isn’t predictable or maintainable.</a:t>
            </a:r>
            <a:endParaRPr lang="en-US" sz="2000"/>
          </a:p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5C3EE5-0F1F-D712-181F-6E35DE7A9989}"/>
              </a:ext>
            </a:extLst>
          </p:cNvPr>
          <p:cNvSpPr txBox="1"/>
          <p:nvPr/>
        </p:nvSpPr>
        <p:spPr>
          <a:xfrm>
            <a:off x="10693269" y="927228"/>
            <a:ext cx="14967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ea typeface="+mn-lt"/>
                <a:cs typeface="+mn-lt"/>
              </a:rPr>
              <a:t>❌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49325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9411E-D769-9F36-6D2A-58D82D06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81B4-327A-EBC3-C06A-96129403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.</a:t>
            </a:r>
            <a:r>
              <a:rPr lang="en-US" b="1" dirty="0" err="1"/>
              <a:t>py</a:t>
            </a:r>
            <a:r>
              <a:rPr lang="en-US" b="1" dirty="0"/>
              <a:t> file 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C055C3-1160-D11C-9984-83C6DD5D64C7}"/>
              </a:ext>
            </a:extLst>
          </p:cNvPr>
          <p:cNvSpPr txBox="1"/>
          <p:nvPr/>
        </p:nvSpPr>
        <p:spPr>
          <a:xfrm>
            <a:off x="611351" y="1686314"/>
            <a:ext cx="4068536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Imports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Constant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Function definitions</a:t>
            </a:r>
            <a:r>
              <a:rPr lang="en-US" sz="2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914400" lvl="1" indent="-457200" algn="l" rtl="0">
              <a:buFont typeface="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Main function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0E6EF3-7D40-2738-D55F-2A94E205A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992" y="1018591"/>
            <a:ext cx="6724118" cy="5310674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2ED67BC-68C1-E070-9946-B1A8EF421C36}"/>
              </a:ext>
            </a:extLst>
          </p:cNvPr>
          <p:cNvSpPr txBox="1"/>
          <p:nvPr/>
        </p:nvSpPr>
        <p:spPr>
          <a:xfrm>
            <a:off x="381000" y="3429000"/>
            <a:ext cx="484414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i="1" dirty="0"/>
              <a:t>Follows the standard, expected order.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Easy for anyone to navigate the file.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Keeps constants and logic organized.</a:t>
            </a:r>
          </a:p>
          <a:p>
            <a:pPr marL="228600" indent="-228600">
              <a:buFont typeface=""/>
              <a:buChar char="•"/>
            </a:pPr>
            <a:r>
              <a:rPr lang="en-US" sz="2000" i="1" dirty="0"/>
              <a:t>Includes a proper main() entry point for clean execution.</a:t>
            </a:r>
          </a:p>
          <a:p>
            <a:pPr marL="228600" indent="-228600">
              <a:buFont typeface=""/>
              <a:buChar char="•"/>
            </a:pPr>
            <a:endParaRPr lang="en-US" sz="2000" i="1" dirty="0"/>
          </a:p>
          <a:p>
            <a:r>
              <a:rPr lang="en-US" sz="2000" i="1" dirty="0">
                <a:solidFill>
                  <a:srgbClr val="C00000"/>
                </a:solidFill>
              </a:rPr>
              <a:t>We will sometimes use 'too many' comments in our code examples to help with teaching</a:t>
            </a:r>
          </a:p>
          <a:p>
            <a:pPr algn="ctr"/>
            <a:endParaRPr lang="en-GB"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E836B05B-89C9-D001-32BE-BAE5966D8530}"/>
              </a:ext>
            </a:extLst>
          </p:cNvPr>
          <p:cNvSpPr txBox="1"/>
          <p:nvPr/>
        </p:nvSpPr>
        <p:spPr>
          <a:xfrm>
            <a:off x="11130642" y="121783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dirty="0">
                <a:ea typeface="+mn-lt"/>
                <a:cs typeface="+mn-lt"/>
              </a:rPr>
              <a:t>✅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19177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5C133-4115-A540-EB8A-D3590823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- The CPA style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C4888-F98A-DEFD-EC0D-99F0FA4CD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Variables should be lower case with underscores (_) to separate words.  (</a:t>
            </a:r>
            <a:r>
              <a:rPr lang="en-US" dirty="0" err="1"/>
              <a:t>this_is_an_example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Variable names should be meaningful and readable.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Code should use comments to help with readability.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Functions should be lower case with underscores (_) to separate words.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Functions should contain docstrings.</a:t>
            </a:r>
          </a:p>
          <a:p>
            <a:pPr marL="514350" indent="-514350">
              <a:buFont typeface="+mj-lt"/>
              <a:buAutoNum type="arabicPeriod"/>
            </a:pPr>
            <a:r>
              <a:rPr lang="en-US" i="1" dirty="0"/>
              <a:t>Classes should be use capitalized words (</a:t>
            </a:r>
            <a:r>
              <a:rPr lang="en-US" i="1" dirty="0" err="1"/>
              <a:t>i.e</a:t>
            </a:r>
            <a:r>
              <a:rPr lang="en-US" i="1" dirty="0"/>
              <a:t> </a:t>
            </a:r>
            <a:r>
              <a:rPr lang="en-US" i="1" dirty="0" err="1"/>
              <a:t>RobotClass</a:t>
            </a:r>
            <a:r>
              <a:rPr lang="en-US" i="1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22146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7F85-83CB-B6DA-90A6-4D5FA9D8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8529-2A91-C71E-17EA-CCDBDFFA0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732"/>
            <a:ext cx="10515600" cy="1325563"/>
          </a:xfrm>
        </p:spPr>
        <p:txBody>
          <a:bodyPr/>
          <a:lstStyle/>
          <a:p>
            <a:r>
              <a:rPr lang="en-US" dirty="0"/>
              <a:t>Discussion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08F59-6C97-0B5C-37D0-62E236DF0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005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Discuss the code examples in your tables: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Are function and variable names descriptive and meaningful?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Are comments sparse/helpful/redundant?</a:t>
            </a:r>
          </a:p>
          <a:p>
            <a:r>
              <a:rPr lang="en-US" dirty="0">
                <a:ea typeface="+mn-lt"/>
                <a:cs typeface="+mn-lt"/>
              </a:rPr>
              <a:t>Are docstrings used to explain functions?</a:t>
            </a:r>
          </a:p>
          <a:p>
            <a:r>
              <a:rPr lang="en-US" dirty="0">
                <a:ea typeface="+mn-lt"/>
                <a:cs typeface="+mn-lt"/>
              </a:rPr>
              <a:t>Is the file structure following the recommended order?</a:t>
            </a:r>
          </a:p>
          <a:p>
            <a:r>
              <a:rPr lang="en-US" dirty="0">
                <a:ea typeface="+mn-lt"/>
                <a:cs typeface="+mn-lt"/>
              </a:rPr>
              <a:t>How could you improve readability?</a:t>
            </a:r>
            <a:endParaRPr lang="en-US"/>
          </a:p>
          <a:p>
            <a:r>
              <a:rPr lang="en-US" sz="2600" dirty="0"/>
              <a:t>How might you structure or comment it better?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141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5B54-418A-7486-05BB-D8684217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A62C4-08D1-5D76-449A-8DB3BE8F1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547" y="192767"/>
            <a:ext cx="6678386" cy="24055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Are function and variable names descriptive and meaningful?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Are comments sparse/helpful/redundant?</a:t>
            </a:r>
          </a:p>
          <a:p>
            <a:r>
              <a:rPr lang="en-US" sz="1800" dirty="0">
                <a:ea typeface="+mn-lt"/>
                <a:cs typeface="+mn-lt"/>
              </a:rPr>
              <a:t>Are docstrings used to explain functions?</a:t>
            </a:r>
          </a:p>
          <a:p>
            <a:r>
              <a:rPr lang="en-US" sz="1800" dirty="0">
                <a:ea typeface="+mn-lt"/>
                <a:cs typeface="+mn-lt"/>
              </a:rPr>
              <a:t>Is the file structure following the recommended order?</a:t>
            </a:r>
          </a:p>
          <a:p>
            <a:r>
              <a:rPr lang="en-US" sz="1800" dirty="0">
                <a:ea typeface="+mn-lt"/>
                <a:cs typeface="+mn-lt"/>
              </a:rPr>
              <a:t>How could you improve readability?</a:t>
            </a:r>
            <a:endParaRPr lang="en-US" sz="1800" dirty="0"/>
          </a:p>
          <a:p>
            <a:r>
              <a:rPr lang="en-US" sz="1800" dirty="0"/>
              <a:t>How might you structure or comment it better?</a:t>
            </a:r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close-up of a number&#10;&#10;AI-generated content may be incorrect.">
            <a:extLst>
              <a:ext uri="{FF2B5EF4-FFF2-40B4-BE49-F238E27FC236}">
                <a16:creationId xmlns:a16="http://schemas.microsoft.com/office/drawing/2014/main" id="{B535748E-7203-2822-AEF2-98D6EF745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13" y="2594687"/>
            <a:ext cx="3214008" cy="1325532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7BA5C8-EE1A-B6A8-4E21-CE46F63CC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490" y="4195859"/>
            <a:ext cx="5681177" cy="248136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0" name="Picture 9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FB73859-A288-E113-371F-1E8468E8F5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75" b="16620"/>
          <a:stretch>
            <a:fillRect/>
          </a:stretch>
        </p:blipFill>
        <p:spPr>
          <a:xfrm>
            <a:off x="7393149" y="89418"/>
            <a:ext cx="3881737" cy="3212425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pic>
        <p:nvPicPr>
          <p:cNvPr id="12" name="Picture 1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F35043B-3B89-5B7B-9823-04B13AA42A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3431916"/>
            <a:ext cx="4683579" cy="3238500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14" name="TextBox 9">
            <a:extLst>
              <a:ext uri="{FF2B5EF4-FFF2-40B4-BE49-F238E27FC236}">
                <a16:creationId xmlns:a16="http://schemas.microsoft.com/office/drawing/2014/main" id="{9A3C960E-9158-0C0F-44FF-6CC4D5F5BB12}"/>
              </a:ext>
            </a:extLst>
          </p:cNvPr>
          <p:cNvSpPr txBox="1"/>
          <p:nvPr/>
        </p:nvSpPr>
        <p:spPr>
          <a:xfrm>
            <a:off x="3160744" y="2594104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1</a:t>
            </a:r>
            <a:endParaRPr lang="en-US" sz="3600" b="1" dirty="0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AC09E864-C096-559E-599B-D6952337DA04}"/>
              </a:ext>
            </a:extLst>
          </p:cNvPr>
          <p:cNvSpPr txBox="1"/>
          <p:nvPr/>
        </p:nvSpPr>
        <p:spPr>
          <a:xfrm>
            <a:off x="5633356" y="419585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2</a:t>
            </a:r>
            <a:endParaRPr lang="en-US" sz="3600" b="1" dirty="0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86C70BE8-EA7B-9CAB-4F03-176C0311F505}"/>
              </a:ext>
            </a:extLst>
          </p:cNvPr>
          <p:cNvSpPr txBox="1"/>
          <p:nvPr/>
        </p:nvSpPr>
        <p:spPr>
          <a:xfrm>
            <a:off x="10811846" y="90389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3</a:t>
            </a:r>
            <a:endParaRPr lang="en-US" sz="3600" b="1" dirty="0"/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2C55FA55-9449-4196-35B1-5C629DF1BFFB}"/>
              </a:ext>
            </a:extLst>
          </p:cNvPr>
          <p:cNvSpPr txBox="1"/>
          <p:nvPr/>
        </p:nvSpPr>
        <p:spPr>
          <a:xfrm>
            <a:off x="10811846" y="3426084"/>
            <a:ext cx="925285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3600" b="1" dirty="0">
                <a:ea typeface="+mn-lt"/>
                <a:cs typeface="+mn-lt"/>
              </a:rPr>
              <a:t>4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521611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1206</Words>
  <Application>Microsoft Office PowerPoint</Application>
  <PresentationFormat>Widescreen</PresentationFormat>
  <Paragraphs>241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Writing Readable Code</vt:lpstr>
      <vt:lpstr>Learning Objectives</vt:lpstr>
      <vt:lpstr>Why do we care about consistent style?</vt:lpstr>
      <vt:lpstr>Reading and Understanding Code</vt:lpstr>
      <vt:lpstr>Reading Code Examples</vt:lpstr>
      <vt:lpstr>Reading and Understanding Code</vt:lpstr>
      <vt:lpstr>Writing Readable Code - consistency</vt:lpstr>
      <vt:lpstr>1.Variables</vt:lpstr>
      <vt:lpstr>1.Variables</vt:lpstr>
      <vt:lpstr>2.Constants and magic numbers</vt:lpstr>
      <vt:lpstr>2.Constants and magic numbers</vt:lpstr>
      <vt:lpstr>3.Functions</vt:lpstr>
      <vt:lpstr>3.Functions</vt:lpstr>
      <vt:lpstr>PowerPoint Presentation</vt:lpstr>
      <vt:lpstr>4.Comments</vt:lpstr>
      <vt:lpstr>4.Comments</vt:lpstr>
      <vt:lpstr>4.Comments</vt:lpstr>
      <vt:lpstr>.py file structure</vt:lpstr>
      <vt:lpstr>.py file structure</vt:lpstr>
      <vt:lpstr>.py file structure</vt:lpstr>
      <vt:lpstr>Summary - The CPA style guide</vt:lpstr>
      <vt:lpstr>Discussion activity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Garrad</dc:creator>
  <cp:lastModifiedBy>Hemma Philamore</cp:lastModifiedBy>
  <cp:revision>396</cp:revision>
  <dcterms:created xsi:type="dcterms:W3CDTF">2024-10-25T12:48:27Z</dcterms:created>
  <dcterms:modified xsi:type="dcterms:W3CDTF">2025-11-13T11:46:16Z</dcterms:modified>
</cp:coreProperties>
</file>