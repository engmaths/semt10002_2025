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1" r:id="rId7"/>
    <p:sldId id="262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9346-BA54-87DC-25DE-C4104174D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F606-6642-5D39-8D70-A040E815B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7DE88-BD50-EBA4-9970-2C3F28FE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34B64-64F9-851A-5316-39129557E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CCCB0-8D9A-1D78-1485-9085F1C5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F3BB-C5CC-C49E-C2BC-BCD588C4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B0B8-BCEF-0AF1-B464-66BBBE9C7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42A8A-33AD-B622-7B5A-A6563EA5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256F0-4D21-9C96-3EDC-B24A742D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29387-70FB-D9AB-DC1C-921F0AC1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C3840-CCAF-DE1C-AD46-A275C875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84CAF-AC06-C3B1-9184-47C2ACD5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303A7-02C5-F5A7-E8A2-67196E8B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88FA3-B4D5-EEF3-F82B-C8F8261A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0DD44-AC8F-6879-275E-5514140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7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A8E5-B0FF-CC20-22A5-4A0BFB4C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76BD9-8E05-DF9B-115B-76B175EA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037AA-834B-4626-22F0-F36B331AA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27489-3F2E-AE19-8D2A-AD03FC8B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5A68E-8503-BBF5-D4AC-229A53F1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A5DDD-3713-6CC1-C83D-B13D208E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8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42AF-0CD2-4C03-06B3-7904B8C6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A0DA-E007-48B0-E7F2-38FF279C4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1BD0E-15C5-D193-F38D-840A4118F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C5BC5-BCBD-670D-A1F9-08DB2ECBE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336659-A168-EA39-C656-A9DC25E47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B23F8-DE8E-6157-53C5-06EB75B6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DF9574-E4FF-993B-1851-8425F9FC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40619F-6515-38BD-B191-50809CE6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36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5D6D-0153-98DA-BDA4-47180A92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29E94-8608-E77E-16B5-44F288BF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C6DA1-C84D-1CDF-DC2A-6F068CBB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D5C3D-1DA0-0CF0-E8AF-7DCE0AFE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5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C331A-E53E-4C7F-21B4-1FA7FAB6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642C2-F0A5-DE2C-DC38-FB81F69C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ADD2-0D32-6E98-FD50-D629190C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3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071B-7BDE-59FE-803E-E7D04BA2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ACBB-86C9-11FD-BDFC-2F783277A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322C4-70CE-C3BB-C72A-A5FC0277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BE99-DC57-B5C9-374D-AE5C93D9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B0E88-9F78-E8C8-6611-65D25BA6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92F89-77DA-90C1-B023-14BC8DAB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0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2E13-60BC-FA98-B249-8C7792D56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AE3FA-3B5B-55EE-F318-BF238F3C6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3C097-0AEA-6B44-1ED8-225A8EDE6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57535-7177-B202-D32C-0E4E1F5D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16034-9325-F6CE-BE3C-0EC095AC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366CC-4DE1-3D8B-F691-53BEB265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30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2742-AF48-C0F2-C74A-07929D96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70347-F9B4-59F8-EDEC-8161D0F05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CFE15-3CAF-16BA-D7F8-C61E6D38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7ABCB-2DC2-FD41-FDD1-FB3FA696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AC79-42F3-1894-D432-D4380DC1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C9478-C571-E30A-735A-5580C95DB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DACEA-3573-BF2E-B084-C0713EF9E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FF754-7A0C-853C-916D-30D2A5FD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44A2-7025-C5B3-1B44-9848902E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582-F4F5-6D8A-A195-9A52E8A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6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BDB41-D763-EA32-5DC9-F113BCE8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58026-9218-801F-F490-97721DFE2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C2ABE-E0A5-1E43-909C-25E824F0B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9C83A-A001-1840-8FD3-EA346D50BF05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DD846-8757-5114-34D5-4425311A4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48EDD-2C3B-E31B-9C9B-249D4890B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825DC-B97F-EF4E-BB9C-E1551C1DB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9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6950-17E5-B161-2FB7-27E955149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Programming and Algorithms 25-26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DE97B-C3B7-DA3C-DF2B-216F61948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Welcome Back</a:t>
            </a:r>
          </a:p>
        </p:txBody>
      </p:sp>
    </p:spTree>
    <p:extLst>
      <p:ext uri="{BB962C8B-B14F-4D97-AF65-F5344CB8AC3E}">
        <p14:creationId xmlns:p14="http://schemas.microsoft.com/office/powerpoint/2010/main" val="2606718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5CE3-E639-C5BF-0008-F60B7AB4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here?</a:t>
            </a:r>
          </a:p>
        </p:txBody>
      </p:sp>
      <p:pic>
        <p:nvPicPr>
          <p:cNvPr id="5" name="Picture 4" descr="A diagram of a code&#10;&#10;AI-generated content may be incorrect.">
            <a:extLst>
              <a:ext uri="{FF2B5EF4-FFF2-40B4-BE49-F238E27FC236}">
                <a16:creationId xmlns:a16="http://schemas.microsoft.com/office/drawing/2014/main" id="{78F9F0F1-633A-932A-3D87-833CE93A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2479"/>
            <a:ext cx="10869804" cy="239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74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2CCB-792C-5101-6CFB-16FEE1F0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in TB2?</a:t>
            </a: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8D3DBC9-D152-8B72-3F54-39DD5706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25" y="1690688"/>
            <a:ext cx="10929550" cy="46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83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7781-1EB0-DC1D-DD01-FEE05A3E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TB2 different to TB1?</a:t>
            </a:r>
          </a:p>
        </p:txBody>
      </p:sp>
      <p:pic>
        <p:nvPicPr>
          <p:cNvPr id="7" name="Picture 6" descr="A white board with orange and yellow text&#10;&#10;AI-generated content may be incorrect.">
            <a:extLst>
              <a:ext uri="{FF2B5EF4-FFF2-40B4-BE49-F238E27FC236}">
                <a16:creationId xmlns:a16="http://schemas.microsoft.com/office/drawing/2014/main" id="{F82F9639-2A9E-3987-C51C-FAF252517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26" y="1429431"/>
            <a:ext cx="11131147" cy="362154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133E87-EF63-CC90-B75B-9C1348F0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127625"/>
            <a:ext cx="10515600" cy="1730375"/>
          </a:xfrm>
        </p:spPr>
        <p:txBody>
          <a:bodyPr/>
          <a:lstStyle/>
          <a:p>
            <a:r>
              <a:rPr lang="en-US" dirty="0"/>
              <a:t>More consolidation exercises, less new things to learn.</a:t>
            </a:r>
          </a:p>
          <a:p>
            <a:pPr lvl="1"/>
            <a:r>
              <a:rPr lang="en-US" dirty="0"/>
              <a:t>TB1 work for CPA was often pre-lab</a:t>
            </a:r>
          </a:p>
          <a:p>
            <a:pPr lvl="1"/>
            <a:r>
              <a:rPr lang="en-US" dirty="0"/>
              <a:t>In TB2, we’ll expect you to spend less time before the lab, and more time finishing exercises from the lab.</a:t>
            </a:r>
          </a:p>
        </p:txBody>
      </p:sp>
    </p:spTree>
    <p:extLst>
      <p:ext uri="{BB962C8B-B14F-4D97-AF65-F5344CB8AC3E}">
        <p14:creationId xmlns:p14="http://schemas.microsoft.com/office/powerpoint/2010/main" val="192344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5246-6DE1-47B0-39B8-01D6CB18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Exercise 4 – Class Level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5A27-0203-3CE4-6F54-5B417162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Most of you got this exercise correct- well done!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Three commons mistakes: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runs without error but doesn’t pass the tests – Make sure to check all test cases as these may not all be covered in an arbitrary run of your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Incorrect order of arguments in function heading (50% marking penalty)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detect_obstacles</a:t>
            </a:r>
            <a:r>
              <a:rPr lang="en-US" dirty="0"/>
              <a:t> function not included in solution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1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8FA5-7FA7-6F2F-2EEF-60B2B945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82B34-D456-309C-E422-3F8173D4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TB2 different to TB1?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4CFA1-956A-8991-8CB9-8CDC6CA05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0375"/>
          </a:xfrm>
        </p:spPr>
        <p:txBody>
          <a:bodyPr/>
          <a:lstStyle/>
          <a:p>
            <a:r>
              <a:rPr lang="en-US" dirty="0"/>
              <a:t>More consolidation exercises, less new things to learn.</a:t>
            </a:r>
          </a:p>
          <a:p>
            <a:pPr lvl="1"/>
            <a:r>
              <a:rPr lang="en-US" dirty="0"/>
              <a:t>TB1 work for CPA was often pre-lab</a:t>
            </a:r>
          </a:p>
          <a:p>
            <a:pPr lvl="1"/>
            <a:r>
              <a:rPr lang="en-US" dirty="0"/>
              <a:t>In TB2, we’ll expect you to spend less time before the lab, and more time finishing exercises from the lab.</a:t>
            </a:r>
          </a:p>
        </p:txBody>
      </p:sp>
    </p:spTree>
    <p:extLst>
      <p:ext uri="{BB962C8B-B14F-4D97-AF65-F5344CB8AC3E}">
        <p14:creationId xmlns:p14="http://schemas.microsoft.com/office/powerpoint/2010/main" val="13638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5246-6DE1-47B0-39B8-01D6CB18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Exercise 4 – Class Level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5A27-0203-3CE4-6F54-5B417162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Most of you got this exercise correct- well done!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Three commons mistakes: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runs without error but doesn’t pass the tests – Make sure to check all test cases as these may not all be covered in an arbitrary run of your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Incorrect order of arguments in function heading (50% marking penalty)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detect_obstacles</a:t>
            </a:r>
            <a:r>
              <a:rPr lang="en-US" dirty="0"/>
              <a:t> function not included in solution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9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5246-6DE1-47B0-39B8-01D6CB18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succeed in CPA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7F42C3DB-A505-0B5C-A838-57D873146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32" y="2213202"/>
            <a:ext cx="10990536" cy="30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3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980D-FEB0-90C0-0C62-7E2B07B2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E94F-A84B-369D-C5F0-0A02CEDB9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do in TB2?</a:t>
            </a:r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F33BC7BA-D15B-38A0-0612-81D011DF0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25" y="1690688"/>
            <a:ext cx="10929550" cy="463391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EBE58C0-CC34-DABE-0BBF-E3C17D44AB88}"/>
              </a:ext>
            </a:extLst>
          </p:cNvPr>
          <p:cNvSpPr/>
          <p:nvPr/>
        </p:nvSpPr>
        <p:spPr>
          <a:xfrm>
            <a:off x="8588832" y="4223657"/>
            <a:ext cx="2416775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1390C7-5568-BA34-3F66-03C4878BB84B}"/>
              </a:ext>
            </a:extLst>
          </p:cNvPr>
          <p:cNvSpPr/>
          <p:nvPr/>
        </p:nvSpPr>
        <p:spPr>
          <a:xfrm>
            <a:off x="8588832" y="4648200"/>
            <a:ext cx="2416775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18ED5E-A394-D2A7-BB80-CB6EB47358FC}"/>
              </a:ext>
            </a:extLst>
          </p:cNvPr>
          <p:cNvSpPr/>
          <p:nvPr/>
        </p:nvSpPr>
        <p:spPr>
          <a:xfrm>
            <a:off x="8588832" y="5072743"/>
            <a:ext cx="2416775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0003B8-5998-A887-E266-81BD5623F7BB}"/>
              </a:ext>
            </a:extLst>
          </p:cNvPr>
          <p:cNvSpPr/>
          <p:nvPr/>
        </p:nvSpPr>
        <p:spPr>
          <a:xfrm>
            <a:off x="5246912" y="4365172"/>
            <a:ext cx="2416775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CF7491-E2A8-0F45-F3C9-64475974F025}"/>
              </a:ext>
            </a:extLst>
          </p:cNvPr>
          <p:cNvSpPr/>
          <p:nvPr/>
        </p:nvSpPr>
        <p:spPr>
          <a:xfrm>
            <a:off x="5246912" y="5170714"/>
            <a:ext cx="2416775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6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271</Words>
  <Application>Microsoft Macintosh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Computer Programming and Algorithms 25-26</vt:lpstr>
      <vt:lpstr>Why are we here?</vt:lpstr>
      <vt:lpstr>What will we do in TB2?</vt:lpstr>
      <vt:lpstr>How is TB2 different to TB1?</vt:lpstr>
      <vt:lpstr>Portfolio Exercise 4 – Class Level Feedback</vt:lpstr>
      <vt:lpstr>How is TB2 different to TB1?</vt:lpstr>
      <vt:lpstr>Portfolio Exercise 4 – Class Level Feedback</vt:lpstr>
      <vt:lpstr>How to succeed in CPA</vt:lpstr>
      <vt:lpstr>What will we do in TB2?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Martin Garrad</cp:lastModifiedBy>
  <cp:revision>1</cp:revision>
  <dcterms:created xsi:type="dcterms:W3CDTF">2026-01-20T12:16:08Z</dcterms:created>
  <dcterms:modified xsi:type="dcterms:W3CDTF">2026-01-20T12:29:15Z</dcterms:modified>
</cp:coreProperties>
</file>