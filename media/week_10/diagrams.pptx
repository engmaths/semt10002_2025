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8D8C8A-D969-FF47-8750-E2D7FB7C4E9E}" v="159" dt="2025-11-20T11:17:22.706"/>
    <p1510:client id="{DA2B79C2-931E-6F45-97CE-51EECBC9C8D0}" v="3" dt="2025-11-20T16:48:46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ma Philamore" userId="db50e2f3-17b2-4cc0-b719-fb6254d3e9df" providerId="ADAL" clId="{B5D85944-D90A-5912-90C6-4C26E424D3D6}"/>
    <pc:docChg chg="addSld modSld">
      <pc:chgData name="Hemma Philamore" userId="db50e2f3-17b2-4cc0-b719-fb6254d3e9df" providerId="ADAL" clId="{B5D85944-D90A-5912-90C6-4C26E424D3D6}" dt="2025-11-20T16:48:46.294" v="6" actId="1076"/>
      <pc:docMkLst>
        <pc:docMk/>
      </pc:docMkLst>
      <pc:sldChg chg="addSp modSp new mod">
        <pc:chgData name="Hemma Philamore" userId="db50e2f3-17b2-4cc0-b719-fb6254d3e9df" providerId="ADAL" clId="{B5D85944-D90A-5912-90C6-4C26E424D3D6}" dt="2025-11-20T16:48:46.294" v="6" actId="1076"/>
        <pc:sldMkLst>
          <pc:docMk/>
          <pc:sldMk cId="3011264781" sldId="257"/>
        </pc:sldMkLst>
        <pc:spChg chg="mod">
          <ac:chgData name="Hemma Philamore" userId="db50e2f3-17b2-4cc0-b719-fb6254d3e9df" providerId="ADAL" clId="{B5D85944-D90A-5912-90C6-4C26E424D3D6}" dt="2025-11-20T16:48:46.294" v="6" actId="1076"/>
          <ac:spMkLst>
            <pc:docMk/>
            <pc:sldMk cId="3011264781" sldId="257"/>
            <ac:spMk id="6" creationId="{6DFD7044-7745-9F60-CDD7-98F2F92A2D8C}"/>
          </ac:spMkLst>
        </pc:spChg>
        <pc:spChg chg="mod">
          <ac:chgData name="Hemma Philamore" userId="db50e2f3-17b2-4cc0-b719-fb6254d3e9df" providerId="ADAL" clId="{B5D85944-D90A-5912-90C6-4C26E424D3D6}" dt="2025-11-20T16:48:46.294" v="6" actId="1076"/>
          <ac:spMkLst>
            <pc:docMk/>
            <pc:sldMk cId="3011264781" sldId="257"/>
            <ac:spMk id="8" creationId="{FD2E9BE0-9A4C-40B4-625D-E130305525D1}"/>
          </ac:spMkLst>
        </pc:spChg>
        <pc:spChg chg="mod">
          <ac:chgData name="Hemma Philamore" userId="db50e2f3-17b2-4cc0-b719-fb6254d3e9df" providerId="ADAL" clId="{B5D85944-D90A-5912-90C6-4C26E424D3D6}" dt="2025-11-20T16:48:46.294" v="6" actId="1076"/>
          <ac:spMkLst>
            <pc:docMk/>
            <pc:sldMk cId="3011264781" sldId="257"/>
            <ac:spMk id="9" creationId="{462616D0-A515-5F39-1C54-7F7490BD915C}"/>
          </ac:spMkLst>
        </pc:spChg>
        <pc:spChg chg="mod">
          <ac:chgData name="Hemma Philamore" userId="db50e2f3-17b2-4cc0-b719-fb6254d3e9df" providerId="ADAL" clId="{B5D85944-D90A-5912-90C6-4C26E424D3D6}" dt="2025-11-20T16:48:46.294" v="6" actId="1076"/>
          <ac:spMkLst>
            <pc:docMk/>
            <pc:sldMk cId="3011264781" sldId="257"/>
            <ac:spMk id="11" creationId="{4FB76C4B-08B1-3EAC-A0FF-39A83A522A6A}"/>
          </ac:spMkLst>
        </pc:spChg>
        <pc:spChg chg="add mod">
          <ac:chgData name="Hemma Philamore" userId="db50e2f3-17b2-4cc0-b719-fb6254d3e9df" providerId="ADAL" clId="{B5D85944-D90A-5912-90C6-4C26E424D3D6}" dt="2025-11-20T16:48:46.294" v="6" actId="1076"/>
          <ac:spMkLst>
            <pc:docMk/>
            <pc:sldMk cId="3011264781" sldId="257"/>
            <ac:spMk id="12" creationId="{1F7429F0-B60D-A975-4D0F-D190CBC16DD5}"/>
          </ac:spMkLst>
        </pc:spChg>
        <pc:grpChg chg="add mod">
          <ac:chgData name="Hemma Philamore" userId="db50e2f3-17b2-4cc0-b719-fb6254d3e9df" providerId="ADAL" clId="{B5D85944-D90A-5912-90C6-4C26E424D3D6}" dt="2025-11-20T16:48:46.294" v="6" actId="1076"/>
          <ac:grpSpMkLst>
            <pc:docMk/>
            <pc:sldMk cId="3011264781" sldId="257"/>
            <ac:grpSpMk id="4" creationId="{55BB94D3-42DA-D7AE-3BDC-18C0221FD515}"/>
          </ac:grpSpMkLst>
        </pc:grpChg>
        <pc:grpChg chg="mod">
          <ac:chgData name="Hemma Philamore" userId="db50e2f3-17b2-4cc0-b719-fb6254d3e9df" providerId="ADAL" clId="{B5D85944-D90A-5912-90C6-4C26E424D3D6}" dt="2025-11-20T16:48:46.294" v="6" actId="1076"/>
          <ac:grpSpMkLst>
            <pc:docMk/>
            <pc:sldMk cId="3011264781" sldId="257"/>
            <ac:grpSpMk id="5" creationId="{60DA3610-2176-1129-5F8A-F5763275E98C}"/>
          </ac:grpSpMkLst>
        </pc:grpChg>
        <pc:picChg chg="add mod">
          <ac:chgData name="Hemma Philamore" userId="db50e2f3-17b2-4cc0-b719-fb6254d3e9df" providerId="ADAL" clId="{B5D85944-D90A-5912-90C6-4C26E424D3D6}" dt="2025-11-20T16:47:41.786" v="4" actId="1076"/>
          <ac:picMkLst>
            <pc:docMk/>
            <pc:sldMk cId="3011264781" sldId="257"/>
            <ac:picMk id="3" creationId="{B3D58153-75CA-7745-F646-268E96C726F6}"/>
          </ac:picMkLst>
        </pc:picChg>
        <pc:picChg chg="mod">
          <ac:chgData name="Hemma Philamore" userId="db50e2f3-17b2-4cc0-b719-fb6254d3e9df" providerId="ADAL" clId="{B5D85944-D90A-5912-90C6-4C26E424D3D6}" dt="2025-11-20T16:48:46.294" v="6" actId="1076"/>
          <ac:picMkLst>
            <pc:docMk/>
            <pc:sldMk cId="3011264781" sldId="257"/>
            <ac:picMk id="7" creationId="{47C946D0-0CD7-6C54-CB9D-9240A8BF0873}"/>
          </ac:picMkLst>
        </pc:picChg>
        <pc:cxnChg chg="mod">
          <ac:chgData name="Hemma Philamore" userId="db50e2f3-17b2-4cc0-b719-fb6254d3e9df" providerId="ADAL" clId="{B5D85944-D90A-5912-90C6-4C26E424D3D6}" dt="2025-11-20T16:48:46.294" v="6" actId="1076"/>
          <ac:cxnSpMkLst>
            <pc:docMk/>
            <pc:sldMk cId="3011264781" sldId="257"/>
            <ac:cxnSpMk id="10" creationId="{282FE7DB-D6EA-0259-7F75-B26381AEB14E}"/>
          </ac:cxnSpMkLst>
        </pc:cxnChg>
      </pc:sldChg>
    </pc:docChg>
  </pc:docChgLst>
  <pc:docChgLst>
    <pc:chgData name="Hemma Philamore" userId="db50e2f3-17b2-4cc0-b719-fb6254d3e9df" providerId="ADAL" clId="{35C0B9A2-A60C-57EC-AD9B-630767BE11FE}"/>
    <pc:docChg chg="undo custSel modSld">
      <pc:chgData name="Hemma Philamore" userId="db50e2f3-17b2-4cc0-b719-fb6254d3e9df" providerId="ADAL" clId="{35C0B9A2-A60C-57EC-AD9B-630767BE11FE}" dt="2025-11-20T11:17:46.971" v="805" actId="1076"/>
      <pc:docMkLst>
        <pc:docMk/>
      </pc:docMkLst>
      <pc:sldChg chg="addSp delSp modSp mod">
        <pc:chgData name="Hemma Philamore" userId="db50e2f3-17b2-4cc0-b719-fb6254d3e9df" providerId="ADAL" clId="{35C0B9A2-A60C-57EC-AD9B-630767BE11FE}" dt="2025-11-20T11:17:46.971" v="805" actId="1076"/>
        <pc:sldMkLst>
          <pc:docMk/>
          <pc:sldMk cId="2055881703" sldId="256"/>
        </pc:sldMkLst>
        <pc:spChg chg="del">
          <ac:chgData name="Hemma Philamore" userId="db50e2f3-17b2-4cc0-b719-fb6254d3e9df" providerId="ADAL" clId="{35C0B9A2-A60C-57EC-AD9B-630767BE11FE}" dt="2025-11-20T10:26:04.869" v="0" actId="478"/>
          <ac:spMkLst>
            <pc:docMk/>
            <pc:sldMk cId="2055881703" sldId="256"/>
            <ac:spMk id="5" creationId="{F8629915-D6D6-B1D7-CEFA-E538E4097312}"/>
          </ac:spMkLst>
        </pc:spChg>
        <pc:spChg chg="add del">
          <ac:chgData name="Hemma Philamore" userId="db50e2f3-17b2-4cc0-b719-fb6254d3e9df" providerId="ADAL" clId="{35C0B9A2-A60C-57EC-AD9B-630767BE11FE}" dt="2025-11-20T10:27:04.363" v="2" actId="478"/>
          <ac:spMkLst>
            <pc:docMk/>
            <pc:sldMk cId="2055881703" sldId="256"/>
            <ac:spMk id="7" creationId="{BADCA2C8-5DF9-63F1-CC28-EDCE4F6AE01C}"/>
          </ac:spMkLst>
        </pc:spChg>
        <pc:spChg chg="add mod">
          <ac:chgData name="Hemma Philamore" userId="db50e2f3-17b2-4cc0-b719-fb6254d3e9df" providerId="ADAL" clId="{35C0B9A2-A60C-57EC-AD9B-630767BE11FE}" dt="2025-11-20T11:15:26.553" v="734" actId="1076"/>
          <ac:spMkLst>
            <pc:docMk/>
            <pc:sldMk cId="2055881703" sldId="256"/>
            <ac:spMk id="10" creationId="{60E0CE97-DD2D-18CC-926E-6ADE97B57EC4}"/>
          </ac:spMkLst>
        </pc:spChg>
        <pc:spChg chg="add del mod">
          <ac:chgData name="Hemma Philamore" userId="db50e2f3-17b2-4cc0-b719-fb6254d3e9df" providerId="ADAL" clId="{35C0B9A2-A60C-57EC-AD9B-630767BE11FE}" dt="2025-11-20T10:35:15.461" v="88" actId="478"/>
          <ac:spMkLst>
            <pc:docMk/>
            <pc:sldMk cId="2055881703" sldId="256"/>
            <ac:spMk id="19" creationId="{ED7B6730-1CF2-937D-1A37-E2C449C10159}"/>
          </ac:spMkLst>
        </pc:spChg>
        <pc:spChg chg="add del mod">
          <ac:chgData name="Hemma Philamore" userId="db50e2f3-17b2-4cc0-b719-fb6254d3e9df" providerId="ADAL" clId="{35C0B9A2-A60C-57EC-AD9B-630767BE11FE}" dt="2025-11-20T10:40:14.519" v="139" actId="478"/>
          <ac:spMkLst>
            <pc:docMk/>
            <pc:sldMk cId="2055881703" sldId="256"/>
            <ac:spMk id="32" creationId="{A56F32D9-CEE9-06EA-BF9E-5E0E6FC24560}"/>
          </ac:spMkLst>
        </pc:spChg>
        <pc:spChg chg="add del mod">
          <ac:chgData name="Hemma Philamore" userId="db50e2f3-17b2-4cc0-b719-fb6254d3e9df" providerId="ADAL" clId="{35C0B9A2-A60C-57EC-AD9B-630767BE11FE}" dt="2025-11-20T10:37:53.542" v="118" actId="478"/>
          <ac:spMkLst>
            <pc:docMk/>
            <pc:sldMk cId="2055881703" sldId="256"/>
            <ac:spMk id="33" creationId="{9F1F3278-4FE4-80F5-97B1-811A551642A7}"/>
          </ac:spMkLst>
        </pc:spChg>
        <pc:spChg chg="add del mod">
          <ac:chgData name="Hemma Philamore" userId="db50e2f3-17b2-4cc0-b719-fb6254d3e9df" providerId="ADAL" clId="{35C0B9A2-A60C-57EC-AD9B-630767BE11FE}" dt="2025-11-20T10:40:13.372" v="138" actId="478"/>
          <ac:spMkLst>
            <pc:docMk/>
            <pc:sldMk cId="2055881703" sldId="256"/>
            <ac:spMk id="34" creationId="{F26B2745-6F0A-4A60-F9F4-C8DA3214BA25}"/>
          </ac:spMkLst>
        </pc:spChg>
        <pc:spChg chg="add mod">
          <ac:chgData name="Hemma Philamore" userId="db50e2f3-17b2-4cc0-b719-fb6254d3e9df" providerId="ADAL" clId="{35C0B9A2-A60C-57EC-AD9B-630767BE11FE}" dt="2025-11-20T11:15:26.553" v="734" actId="1076"/>
          <ac:spMkLst>
            <pc:docMk/>
            <pc:sldMk cId="2055881703" sldId="256"/>
            <ac:spMk id="35" creationId="{7B5CDB9E-62C5-1CD0-7B04-4B5F37B27EB4}"/>
          </ac:spMkLst>
        </pc:spChg>
        <pc:spChg chg="add mod">
          <ac:chgData name="Hemma Philamore" userId="db50e2f3-17b2-4cc0-b719-fb6254d3e9df" providerId="ADAL" clId="{35C0B9A2-A60C-57EC-AD9B-630767BE11FE}" dt="2025-11-20T11:15:26.553" v="734" actId="1076"/>
          <ac:spMkLst>
            <pc:docMk/>
            <pc:sldMk cId="2055881703" sldId="256"/>
            <ac:spMk id="36" creationId="{CC6EA5C2-DF3F-D956-D702-55D7F2321D82}"/>
          </ac:spMkLst>
        </pc:spChg>
        <pc:spChg chg="add mod">
          <ac:chgData name="Hemma Philamore" userId="db50e2f3-17b2-4cc0-b719-fb6254d3e9df" providerId="ADAL" clId="{35C0B9A2-A60C-57EC-AD9B-630767BE11FE}" dt="2025-11-20T11:15:26.553" v="734" actId="1076"/>
          <ac:spMkLst>
            <pc:docMk/>
            <pc:sldMk cId="2055881703" sldId="256"/>
            <ac:spMk id="37" creationId="{97F811E5-8FE7-C7B1-1D93-857A899DA576}"/>
          </ac:spMkLst>
        </pc:spChg>
        <pc:spChg chg="add mod">
          <ac:chgData name="Hemma Philamore" userId="db50e2f3-17b2-4cc0-b719-fb6254d3e9df" providerId="ADAL" clId="{35C0B9A2-A60C-57EC-AD9B-630767BE11FE}" dt="2025-11-20T11:15:26.553" v="734" actId="1076"/>
          <ac:spMkLst>
            <pc:docMk/>
            <pc:sldMk cId="2055881703" sldId="256"/>
            <ac:spMk id="38" creationId="{064E06A8-7E80-1EB9-53E1-4B0477B2B535}"/>
          </ac:spMkLst>
        </pc:spChg>
        <pc:spChg chg="add mod">
          <ac:chgData name="Hemma Philamore" userId="db50e2f3-17b2-4cc0-b719-fb6254d3e9df" providerId="ADAL" clId="{35C0B9A2-A60C-57EC-AD9B-630767BE11FE}" dt="2025-11-20T11:15:26.553" v="734" actId="1076"/>
          <ac:spMkLst>
            <pc:docMk/>
            <pc:sldMk cId="2055881703" sldId="256"/>
            <ac:spMk id="39" creationId="{B7888FCC-35C8-8476-CD56-DD66847117B6}"/>
          </ac:spMkLst>
        </pc:spChg>
        <pc:spChg chg="add mod">
          <ac:chgData name="Hemma Philamore" userId="db50e2f3-17b2-4cc0-b719-fb6254d3e9df" providerId="ADAL" clId="{35C0B9A2-A60C-57EC-AD9B-630767BE11FE}" dt="2025-11-20T11:15:26.553" v="734" actId="1076"/>
          <ac:spMkLst>
            <pc:docMk/>
            <pc:sldMk cId="2055881703" sldId="256"/>
            <ac:spMk id="54" creationId="{796BBBEF-DDD2-260A-6642-AAF99653D558}"/>
          </ac:spMkLst>
        </pc:spChg>
        <pc:spChg chg="add del mod">
          <ac:chgData name="Hemma Philamore" userId="db50e2f3-17b2-4cc0-b719-fb6254d3e9df" providerId="ADAL" clId="{35C0B9A2-A60C-57EC-AD9B-630767BE11FE}" dt="2025-11-20T10:49:50.120" v="446" actId="478"/>
          <ac:spMkLst>
            <pc:docMk/>
            <pc:sldMk cId="2055881703" sldId="256"/>
            <ac:spMk id="59" creationId="{7B29DEB3-6BC0-295F-F79F-AF8FBADBFFAB}"/>
          </ac:spMkLst>
        </pc:spChg>
        <pc:spChg chg="add del mod">
          <ac:chgData name="Hemma Philamore" userId="db50e2f3-17b2-4cc0-b719-fb6254d3e9df" providerId="ADAL" clId="{35C0B9A2-A60C-57EC-AD9B-630767BE11FE}" dt="2025-11-20T10:49:49.416" v="445" actId="478"/>
          <ac:spMkLst>
            <pc:docMk/>
            <pc:sldMk cId="2055881703" sldId="256"/>
            <ac:spMk id="60" creationId="{214D6DF2-6F54-FF7B-999F-A819EE36B124}"/>
          </ac:spMkLst>
        </pc:spChg>
        <pc:spChg chg="add del mod">
          <ac:chgData name="Hemma Philamore" userId="db50e2f3-17b2-4cc0-b719-fb6254d3e9df" providerId="ADAL" clId="{35C0B9A2-A60C-57EC-AD9B-630767BE11FE}" dt="2025-11-20T10:49:51.719" v="447" actId="478"/>
          <ac:spMkLst>
            <pc:docMk/>
            <pc:sldMk cId="2055881703" sldId="256"/>
            <ac:spMk id="61" creationId="{A3F822CF-0641-5B18-CAC7-5F4A8EEE6F0A}"/>
          </ac:spMkLst>
        </pc:spChg>
        <pc:spChg chg="add del mod">
          <ac:chgData name="Hemma Philamore" userId="db50e2f3-17b2-4cc0-b719-fb6254d3e9df" providerId="ADAL" clId="{35C0B9A2-A60C-57EC-AD9B-630767BE11FE}" dt="2025-11-20T10:50:17.122" v="455" actId="478"/>
          <ac:spMkLst>
            <pc:docMk/>
            <pc:sldMk cId="2055881703" sldId="256"/>
            <ac:spMk id="62" creationId="{8CDB7EC2-7383-9640-E965-EF8F9C1A993B}"/>
          </ac:spMkLst>
        </pc:spChg>
        <pc:spChg chg="add del mod">
          <ac:chgData name="Hemma Philamore" userId="db50e2f3-17b2-4cc0-b719-fb6254d3e9df" providerId="ADAL" clId="{35C0B9A2-A60C-57EC-AD9B-630767BE11FE}" dt="2025-11-20T10:50:12.362" v="451" actId="478"/>
          <ac:spMkLst>
            <pc:docMk/>
            <pc:sldMk cId="2055881703" sldId="256"/>
            <ac:spMk id="63" creationId="{B20C2DD7-AF40-70F6-F089-44C867C98942}"/>
          </ac:spMkLst>
        </pc:spChg>
        <pc:spChg chg="add del mod">
          <ac:chgData name="Hemma Philamore" userId="db50e2f3-17b2-4cc0-b719-fb6254d3e9df" providerId="ADAL" clId="{35C0B9A2-A60C-57EC-AD9B-630767BE11FE}" dt="2025-11-20T10:50:14.346" v="453" actId="478"/>
          <ac:spMkLst>
            <pc:docMk/>
            <pc:sldMk cId="2055881703" sldId="256"/>
            <ac:spMk id="65" creationId="{D3994704-9A75-6DF3-4121-992953C1AB1E}"/>
          </ac:spMkLst>
        </pc:spChg>
        <pc:spChg chg="add mod topLvl">
          <ac:chgData name="Hemma Philamore" userId="db50e2f3-17b2-4cc0-b719-fb6254d3e9df" providerId="ADAL" clId="{35C0B9A2-A60C-57EC-AD9B-630767BE11FE}" dt="2025-11-20T10:55:22.304" v="528" actId="164"/>
          <ac:spMkLst>
            <pc:docMk/>
            <pc:sldMk cId="2055881703" sldId="256"/>
            <ac:spMk id="81" creationId="{BA212C20-9017-D351-E435-3EA27BDAE880}"/>
          </ac:spMkLst>
        </pc:spChg>
        <pc:spChg chg="add mod topLvl">
          <ac:chgData name="Hemma Philamore" userId="db50e2f3-17b2-4cc0-b719-fb6254d3e9df" providerId="ADAL" clId="{35C0B9A2-A60C-57EC-AD9B-630767BE11FE}" dt="2025-11-20T10:55:22.304" v="528" actId="164"/>
          <ac:spMkLst>
            <pc:docMk/>
            <pc:sldMk cId="2055881703" sldId="256"/>
            <ac:spMk id="82" creationId="{755524AC-2D41-9852-186E-7B8DD8F65B97}"/>
          </ac:spMkLst>
        </pc:spChg>
        <pc:spChg chg="add del mod topLvl">
          <ac:chgData name="Hemma Philamore" userId="db50e2f3-17b2-4cc0-b719-fb6254d3e9df" providerId="ADAL" clId="{35C0B9A2-A60C-57EC-AD9B-630767BE11FE}" dt="2025-11-20T10:53:19.551" v="492" actId="478"/>
          <ac:spMkLst>
            <pc:docMk/>
            <pc:sldMk cId="2055881703" sldId="256"/>
            <ac:spMk id="83" creationId="{1546B056-62D2-64AD-258E-AD4237EF2920}"/>
          </ac:spMkLst>
        </pc:spChg>
        <pc:spChg chg="add mod topLvl">
          <ac:chgData name="Hemma Philamore" userId="db50e2f3-17b2-4cc0-b719-fb6254d3e9df" providerId="ADAL" clId="{35C0B9A2-A60C-57EC-AD9B-630767BE11FE}" dt="2025-11-20T10:55:22.304" v="528" actId="164"/>
          <ac:spMkLst>
            <pc:docMk/>
            <pc:sldMk cId="2055881703" sldId="256"/>
            <ac:spMk id="84" creationId="{5B6DD94F-1C69-5F0D-6BE3-AABE90845ED3}"/>
          </ac:spMkLst>
        </pc:spChg>
        <pc:spChg chg="mod">
          <ac:chgData name="Hemma Philamore" userId="db50e2f3-17b2-4cc0-b719-fb6254d3e9df" providerId="ADAL" clId="{35C0B9A2-A60C-57EC-AD9B-630767BE11FE}" dt="2025-11-20T10:51:52.878" v="474"/>
          <ac:spMkLst>
            <pc:docMk/>
            <pc:sldMk cId="2055881703" sldId="256"/>
            <ac:spMk id="88" creationId="{8CFEF838-639E-477E-0312-FA50C6E4C494}"/>
          </ac:spMkLst>
        </pc:spChg>
        <pc:spChg chg="mod">
          <ac:chgData name="Hemma Philamore" userId="db50e2f3-17b2-4cc0-b719-fb6254d3e9df" providerId="ADAL" clId="{35C0B9A2-A60C-57EC-AD9B-630767BE11FE}" dt="2025-11-20T10:51:52.878" v="474"/>
          <ac:spMkLst>
            <pc:docMk/>
            <pc:sldMk cId="2055881703" sldId="256"/>
            <ac:spMk id="89" creationId="{AE78285C-C1B2-3583-AA2F-481754D8D46C}"/>
          </ac:spMkLst>
        </pc:spChg>
        <pc:spChg chg="mod">
          <ac:chgData name="Hemma Philamore" userId="db50e2f3-17b2-4cc0-b719-fb6254d3e9df" providerId="ADAL" clId="{35C0B9A2-A60C-57EC-AD9B-630767BE11FE}" dt="2025-11-20T10:51:52.878" v="474"/>
          <ac:spMkLst>
            <pc:docMk/>
            <pc:sldMk cId="2055881703" sldId="256"/>
            <ac:spMk id="90" creationId="{3D93C3D0-3F4F-25A3-BA81-6380BA22FCEA}"/>
          </ac:spMkLst>
        </pc:spChg>
        <pc:spChg chg="mod">
          <ac:chgData name="Hemma Philamore" userId="db50e2f3-17b2-4cc0-b719-fb6254d3e9df" providerId="ADAL" clId="{35C0B9A2-A60C-57EC-AD9B-630767BE11FE}" dt="2025-11-20T10:51:52.878" v="474"/>
          <ac:spMkLst>
            <pc:docMk/>
            <pc:sldMk cId="2055881703" sldId="256"/>
            <ac:spMk id="91" creationId="{B3DF2B72-1C1C-03A4-C3F8-F2428E39D3C3}"/>
          </ac:spMkLst>
        </pc:spChg>
        <pc:spChg chg="mod">
          <ac:chgData name="Hemma Philamore" userId="db50e2f3-17b2-4cc0-b719-fb6254d3e9df" providerId="ADAL" clId="{35C0B9A2-A60C-57EC-AD9B-630767BE11FE}" dt="2025-11-20T10:51:56.513" v="476"/>
          <ac:spMkLst>
            <pc:docMk/>
            <pc:sldMk cId="2055881703" sldId="256"/>
            <ac:spMk id="96" creationId="{1F80B664-7C59-47F3-B801-603E04B68F82}"/>
          </ac:spMkLst>
        </pc:spChg>
        <pc:spChg chg="mod">
          <ac:chgData name="Hemma Philamore" userId="db50e2f3-17b2-4cc0-b719-fb6254d3e9df" providerId="ADAL" clId="{35C0B9A2-A60C-57EC-AD9B-630767BE11FE}" dt="2025-11-20T10:51:56.513" v="476"/>
          <ac:spMkLst>
            <pc:docMk/>
            <pc:sldMk cId="2055881703" sldId="256"/>
            <ac:spMk id="97" creationId="{0C9355C3-A9D3-DE89-09CA-96B3E29F699C}"/>
          </ac:spMkLst>
        </pc:spChg>
        <pc:spChg chg="mod">
          <ac:chgData name="Hemma Philamore" userId="db50e2f3-17b2-4cc0-b719-fb6254d3e9df" providerId="ADAL" clId="{35C0B9A2-A60C-57EC-AD9B-630767BE11FE}" dt="2025-11-20T10:51:56.513" v="476"/>
          <ac:spMkLst>
            <pc:docMk/>
            <pc:sldMk cId="2055881703" sldId="256"/>
            <ac:spMk id="98" creationId="{C6C4BA6A-3B7A-B9F3-FF9D-838453F9554C}"/>
          </ac:spMkLst>
        </pc:spChg>
        <pc:spChg chg="mod">
          <ac:chgData name="Hemma Philamore" userId="db50e2f3-17b2-4cc0-b719-fb6254d3e9df" providerId="ADAL" clId="{35C0B9A2-A60C-57EC-AD9B-630767BE11FE}" dt="2025-11-20T10:51:56.513" v="476"/>
          <ac:spMkLst>
            <pc:docMk/>
            <pc:sldMk cId="2055881703" sldId="256"/>
            <ac:spMk id="99" creationId="{CF2DFED7-8EE0-3461-BD32-DB45CDBC762C}"/>
          </ac:spMkLst>
        </pc:spChg>
        <pc:spChg chg="add mod">
          <ac:chgData name="Hemma Philamore" userId="db50e2f3-17b2-4cc0-b719-fb6254d3e9df" providerId="ADAL" clId="{35C0B9A2-A60C-57EC-AD9B-630767BE11FE}" dt="2025-11-20T10:55:27.716" v="530" actId="164"/>
          <ac:spMkLst>
            <pc:docMk/>
            <pc:sldMk cId="2055881703" sldId="256"/>
            <ac:spMk id="105" creationId="{8907CBF1-81E1-58E1-5311-4214CA857A51}"/>
          </ac:spMkLst>
        </pc:spChg>
        <pc:spChg chg="add mod">
          <ac:chgData name="Hemma Philamore" userId="db50e2f3-17b2-4cc0-b719-fb6254d3e9df" providerId="ADAL" clId="{35C0B9A2-A60C-57EC-AD9B-630767BE11FE}" dt="2025-11-20T10:55:27.716" v="530" actId="164"/>
          <ac:spMkLst>
            <pc:docMk/>
            <pc:sldMk cId="2055881703" sldId="256"/>
            <ac:spMk id="106" creationId="{5A82E9F3-14D7-1A03-66CB-2293CA26106B}"/>
          </ac:spMkLst>
        </pc:spChg>
        <pc:spChg chg="add del mod">
          <ac:chgData name="Hemma Philamore" userId="db50e2f3-17b2-4cc0-b719-fb6254d3e9df" providerId="ADAL" clId="{35C0B9A2-A60C-57EC-AD9B-630767BE11FE}" dt="2025-11-20T10:54:46.247" v="517" actId="478"/>
          <ac:spMkLst>
            <pc:docMk/>
            <pc:sldMk cId="2055881703" sldId="256"/>
            <ac:spMk id="107" creationId="{3FA29D11-8964-5D5A-9D38-712F9DD33802}"/>
          </ac:spMkLst>
        </pc:spChg>
        <pc:spChg chg="add mod">
          <ac:chgData name="Hemma Philamore" userId="db50e2f3-17b2-4cc0-b719-fb6254d3e9df" providerId="ADAL" clId="{35C0B9A2-A60C-57EC-AD9B-630767BE11FE}" dt="2025-11-20T10:55:27.716" v="530" actId="164"/>
          <ac:spMkLst>
            <pc:docMk/>
            <pc:sldMk cId="2055881703" sldId="256"/>
            <ac:spMk id="108" creationId="{574A52BE-3A75-7A84-952F-44730140046B}"/>
          </ac:spMkLst>
        </pc:spChg>
        <pc:spChg chg="add mod">
          <ac:chgData name="Hemma Philamore" userId="db50e2f3-17b2-4cc0-b719-fb6254d3e9df" providerId="ADAL" clId="{35C0B9A2-A60C-57EC-AD9B-630767BE11FE}" dt="2025-11-20T11:13:11.897" v="728" actId="14100"/>
          <ac:spMkLst>
            <pc:docMk/>
            <pc:sldMk cId="2055881703" sldId="256"/>
            <ac:spMk id="129" creationId="{9F4F5933-E2EA-6B1A-5B63-528E42B2F558}"/>
          </ac:spMkLst>
        </pc:spChg>
        <pc:spChg chg="add mod">
          <ac:chgData name="Hemma Philamore" userId="db50e2f3-17b2-4cc0-b719-fb6254d3e9df" providerId="ADAL" clId="{35C0B9A2-A60C-57EC-AD9B-630767BE11FE}" dt="2025-11-20T11:13:20.194" v="731" actId="164"/>
          <ac:spMkLst>
            <pc:docMk/>
            <pc:sldMk cId="2055881703" sldId="256"/>
            <ac:spMk id="132" creationId="{E806D719-D4A1-834F-726B-36246C3FE2FB}"/>
          </ac:spMkLst>
        </pc:spChg>
        <pc:spChg chg="add mod">
          <ac:chgData name="Hemma Philamore" userId="db50e2f3-17b2-4cc0-b719-fb6254d3e9df" providerId="ADAL" clId="{35C0B9A2-A60C-57EC-AD9B-630767BE11FE}" dt="2025-11-20T11:13:20.194" v="731" actId="164"/>
          <ac:spMkLst>
            <pc:docMk/>
            <pc:sldMk cId="2055881703" sldId="256"/>
            <ac:spMk id="133" creationId="{A901687B-BB95-6877-11D4-9044C652E42B}"/>
          </ac:spMkLst>
        </pc:spChg>
        <pc:spChg chg="add mod">
          <ac:chgData name="Hemma Philamore" userId="db50e2f3-17b2-4cc0-b719-fb6254d3e9df" providerId="ADAL" clId="{35C0B9A2-A60C-57EC-AD9B-630767BE11FE}" dt="2025-11-20T11:13:20.194" v="731" actId="164"/>
          <ac:spMkLst>
            <pc:docMk/>
            <pc:sldMk cId="2055881703" sldId="256"/>
            <ac:spMk id="137" creationId="{0610DE0E-9640-6D88-FAA1-02F654367001}"/>
          </ac:spMkLst>
        </pc:spChg>
        <pc:spChg chg="add mod">
          <ac:chgData name="Hemma Philamore" userId="db50e2f3-17b2-4cc0-b719-fb6254d3e9df" providerId="ADAL" clId="{35C0B9A2-A60C-57EC-AD9B-630767BE11FE}" dt="2025-11-20T10:56:57.702" v="562" actId="1076"/>
          <ac:spMkLst>
            <pc:docMk/>
            <pc:sldMk cId="2055881703" sldId="256"/>
            <ac:spMk id="138" creationId="{0E0FC26D-5518-1BE3-15AA-742813F0402B}"/>
          </ac:spMkLst>
        </pc:spChg>
        <pc:spChg chg="add mod">
          <ac:chgData name="Hemma Philamore" userId="db50e2f3-17b2-4cc0-b719-fb6254d3e9df" providerId="ADAL" clId="{35C0B9A2-A60C-57EC-AD9B-630767BE11FE}" dt="2025-11-20T10:57:02.426" v="564" actId="20577"/>
          <ac:spMkLst>
            <pc:docMk/>
            <pc:sldMk cId="2055881703" sldId="256"/>
            <ac:spMk id="139" creationId="{2C360369-67C1-4F1C-B8EA-DE7ABD95EEAC}"/>
          </ac:spMkLst>
        </pc:spChg>
        <pc:spChg chg="add mod">
          <ac:chgData name="Hemma Philamore" userId="db50e2f3-17b2-4cc0-b719-fb6254d3e9df" providerId="ADAL" clId="{35C0B9A2-A60C-57EC-AD9B-630767BE11FE}" dt="2025-11-20T11:13:20.194" v="731" actId="164"/>
          <ac:spMkLst>
            <pc:docMk/>
            <pc:sldMk cId="2055881703" sldId="256"/>
            <ac:spMk id="140" creationId="{62C9EE40-C49A-B85F-2443-F4D90C8FF3B9}"/>
          </ac:spMkLst>
        </pc:spChg>
        <pc:spChg chg="add mod">
          <ac:chgData name="Hemma Philamore" userId="db50e2f3-17b2-4cc0-b719-fb6254d3e9df" providerId="ADAL" clId="{35C0B9A2-A60C-57EC-AD9B-630767BE11FE}" dt="2025-11-20T11:16:23.210" v="765" actId="1076"/>
          <ac:spMkLst>
            <pc:docMk/>
            <pc:sldMk cId="2055881703" sldId="256"/>
            <ac:spMk id="141" creationId="{C184240A-D570-C811-1CA7-8288BBE6D7A8}"/>
          </ac:spMkLst>
        </pc:spChg>
        <pc:spChg chg="add mod">
          <ac:chgData name="Hemma Philamore" userId="db50e2f3-17b2-4cc0-b719-fb6254d3e9df" providerId="ADAL" clId="{35C0B9A2-A60C-57EC-AD9B-630767BE11FE}" dt="2025-11-20T11:13:11.897" v="728" actId="14100"/>
          <ac:spMkLst>
            <pc:docMk/>
            <pc:sldMk cId="2055881703" sldId="256"/>
            <ac:spMk id="142" creationId="{95202DC0-ABA9-D8E5-0B09-CF2DD84557F6}"/>
          </ac:spMkLst>
        </pc:spChg>
        <pc:spChg chg="add mod">
          <ac:chgData name="Hemma Philamore" userId="db50e2f3-17b2-4cc0-b719-fb6254d3e9df" providerId="ADAL" clId="{35C0B9A2-A60C-57EC-AD9B-630767BE11FE}" dt="2025-11-20T11:13:20.194" v="731" actId="164"/>
          <ac:spMkLst>
            <pc:docMk/>
            <pc:sldMk cId="2055881703" sldId="256"/>
            <ac:spMk id="143" creationId="{C635F0BA-EE39-CB85-06DF-0465133008AC}"/>
          </ac:spMkLst>
        </pc:spChg>
        <pc:spChg chg="add mod">
          <ac:chgData name="Hemma Philamore" userId="db50e2f3-17b2-4cc0-b719-fb6254d3e9df" providerId="ADAL" clId="{35C0B9A2-A60C-57EC-AD9B-630767BE11FE}" dt="2025-11-20T11:13:20.194" v="731" actId="164"/>
          <ac:spMkLst>
            <pc:docMk/>
            <pc:sldMk cId="2055881703" sldId="256"/>
            <ac:spMk id="144" creationId="{33290139-0808-1A17-2513-68092AA2C4BA}"/>
          </ac:spMkLst>
        </pc:spChg>
        <pc:spChg chg="add mod">
          <ac:chgData name="Hemma Philamore" userId="db50e2f3-17b2-4cc0-b719-fb6254d3e9df" providerId="ADAL" clId="{35C0B9A2-A60C-57EC-AD9B-630767BE11FE}" dt="2025-11-20T11:13:20.194" v="731" actId="164"/>
          <ac:spMkLst>
            <pc:docMk/>
            <pc:sldMk cId="2055881703" sldId="256"/>
            <ac:spMk id="145" creationId="{5C8E88E4-67B7-6EF3-807F-32A2D34AE4E1}"/>
          </ac:spMkLst>
        </pc:spChg>
        <pc:spChg chg="add mod">
          <ac:chgData name="Hemma Philamore" userId="db50e2f3-17b2-4cc0-b719-fb6254d3e9df" providerId="ADAL" clId="{35C0B9A2-A60C-57EC-AD9B-630767BE11FE}" dt="2025-11-20T11:16:13.321" v="762" actId="1076"/>
          <ac:spMkLst>
            <pc:docMk/>
            <pc:sldMk cId="2055881703" sldId="256"/>
            <ac:spMk id="146" creationId="{C1D912B4-04FE-AE8D-414C-940E84C53DE4}"/>
          </ac:spMkLst>
        </pc:spChg>
        <pc:spChg chg="add mod">
          <ac:chgData name="Hemma Philamore" userId="db50e2f3-17b2-4cc0-b719-fb6254d3e9df" providerId="ADAL" clId="{35C0B9A2-A60C-57EC-AD9B-630767BE11FE}" dt="2025-11-20T11:16:27.970" v="766" actId="1076"/>
          <ac:spMkLst>
            <pc:docMk/>
            <pc:sldMk cId="2055881703" sldId="256"/>
            <ac:spMk id="147" creationId="{09636BE3-017E-011B-4DC2-6C7003A7C0B7}"/>
          </ac:spMkLst>
        </pc:spChg>
        <pc:spChg chg="add mod">
          <ac:chgData name="Hemma Philamore" userId="db50e2f3-17b2-4cc0-b719-fb6254d3e9df" providerId="ADAL" clId="{35C0B9A2-A60C-57EC-AD9B-630767BE11FE}" dt="2025-11-20T11:16:27.970" v="766" actId="1076"/>
          <ac:spMkLst>
            <pc:docMk/>
            <pc:sldMk cId="2055881703" sldId="256"/>
            <ac:spMk id="148" creationId="{7F7DD150-EFCB-CF92-3A0D-52D154B3C4C7}"/>
          </ac:spMkLst>
        </pc:spChg>
        <pc:spChg chg="add mod">
          <ac:chgData name="Hemma Philamore" userId="db50e2f3-17b2-4cc0-b719-fb6254d3e9df" providerId="ADAL" clId="{35C0B9A2-A60C-57EC-AD9B-630767BE11FE}" dt="2025-11-20T11:16:27.970" v="766" actId="1076"/>
          <ac:spMkLst>
            <pc:docMk/>
            <pc:sldMk cId="2055881703" sldId="256"/>
            <ac:spMk id="149" creationId="{18B7952A-65FE-3155-F900-858FFFE37391}"/>
          </ac:spMkLst>
        </pc:spChg>
        <pc:spChg chg="add del mod">
          <ac:chgData name="Hemma Philamore" userId="db50e2f3-17b2-4cc0-b719-fb6254d3e9df" providerId="ADAL" clId="{35C0B9A2-A60C-57EC-AD9B-630767BE11FE}" dt="2025-11-20T11:02:18.962" v="649" actId="478"/>
          <ac:spMkLst>
            <pc:docMk/>
            <pc:sldMk cId="2055881703" sldId="256"/>
            <ac:spMk id="157" creationId="{97C76C4D-8030-ED8D-EB39-B85D69263710}"/>
          </ac:spMkLst>
        </pc:spChg>
        <pc:spChg chg="add mod">
          <ac:chgData name="Hemma Philamore" userId="db50e2f3-17b2-4cc0-b719-fb6254d3e9df" providerId="ADAL" clId="{35C0B9A2-A60C-57EC-AD9B-630767BE11FE}" dt="2025-11-20T11:16:27.970" v="766" actId="1076"/>
          <ac:spMkLst>
            <pc:docMk/>
            <pc:sldMk cId="2055881703" sldId="256"/>
            <ac:spMk id="158" creationId="{84582470-0EEB-E66A-178A-F2E075E5495E}"/>
          </ac:spMkLst>
        </pc:spChg>
        <pc:spChg chg="add mod">
          <ac:chgData name="Hemma Philamore" userId="db50e2f3-17b2-4cc0-b719-fb6254d3e9df" providerId="ADAL" clId="{35C0B9A2-A60C-57EC-AD9B-630767BE11FE}" dt="2025-11-20T11:16:13.321" v="762" actId="1076"/>
          <ac:spMkLst>
            <pc:docMk/>
            <pc:sldMk cId="2055881703" sldId="256"/>
            <ac:spMk id="159" creationId="{633A17CD-A03E-7222-E108-CC4C5EDF0EAB}"/>
          </ac:spMkLst>
        </pc:spChg>
        <pc:spChg chg="add mod">
          <ac:chgData name="Hemma Philamore" userId="db50e2f3-17b2-4cc0-b719-fb6254d3e9df" providerId="ADAL" clId="{35C0B9A2-A60C-57EC-AD9B-630767BE11FE}" dt="2025-11-20T11:16:27.970" v="766" actId="1076"/>
          <ac:spMkLst>
            <pc:docMk/>
            <pc:sldMk cId="2055881703" sldId="256"/>
            <ac:spMk id="160" creationId="{3C68C252-B471-396C-466C-59C57439D82B}"/>
          </ac:spMkLst>
        </pc:spChg>
        <pc:spChg chg="add mod">
          <ac:chgData name="Hemma Philamore" userId="db50e2f3-17b2-4cc0-b719-fb6254d3e9df" providerId="ADAL" clId="{35C0B9A2-A60C-57EC-AD9B-630767BE11FE}" dt="2025-11-20T11:16:27.970" v="766" actId="1076"/>
          <ac:spMkLst>
            <pc:docMk/>
            <pc:sldMk cId="2055881703" sldId="256"/>
            <ac:spMk id="161" creationId="{DD3E4F3D-EB3D-8A11-C300-BE4056FA9AFD}"/>
          </ac:spMkLst>
        </pc:spChg>
        <pc:spChg chg="add mod">
          <ac:chgData name="Hemma Philamore" userId="db50e2f3-17b2-4cc0-b719-fb6254d3e9df" providerId="ADAL" clId="{35C0B9A2-A60C-57EC-AD9B-630767BE11FE}" dt="2025-11-20T11:15:40.297" v="736" actId="1076"/>
          <ac:spMkLst>
            <pc:docMk/>
            <pc:sldMk cId="2055881703" sldId="256"/>
            <ac:spMk id="165" creationId="{73051262-A936-D79E-0DE7-C7DBA5F496F8}"/>
          </ac:spMkLst>
        </pc:spChg>
        <pc:spChg chg="add mod">
          <ac:chgData name="Hemma Philamore" userId="db50e2f3-17b2-4cc0-b719-fb6254d3e9df" providerId="ADAL" clId="{35C0B9A2-A60C-57EC-AD9B-630767BE11FE}" dt="2025-11-20T11:04:14.808" v="680" actId="1076"/>
          <ac:spMkLst>
            <pc:docMk/>
            <pc:sldMk cId="2055881703" sldId="256"/>
            <ac:spMk id="166" creationId="{9ABAA755-24B4-E4BB-D190-E0F90F93CA89}"/>
          </ac:spMkLst>
        </pc:spChg>
        <pc:spChg chg="add mod">
          <ac:chgData name="Hemma Philamore" userId="db50e2f3-17b2-4cc0-b719-fb6254d3e9df" providerId="ADAL" clId="{35C0B9A2-A60C-57EC-AD9B-630767BE11FE}" dt="2025-11-20T11:15:40.297" v="736" actId="1076"/>
          <ac:spMkLst>
            <pc:docMk/>
            <pc:sldMk cId="2055881703" sldId="256"/>
            <ac:spMk id="167" creationId="{F503C6A3-B34E-450B-318A-5CA6D2A1F66B}"/>
          </ac:spMkLst>
        </pc:spChg>
        <pc:spChg chg="add mod">
          <ac:chgData name="Hemma Philamore" userId="db50e2f3-17b2-4cc0-b719-fb6254d3e9df" providerId="ADAL" clId="{35C0B9A2-A60C-57EC-AD9B-630767BE11FE}" dt="2025-11-20T11:15:40.297" v="736" actId="1076"/>
          <ac:spMkLst>
            <pc:docMk/>
            <pc:sldMk cId="2055881703" sldId="256"/>
            <ac:spMk id="168" creationId="{1C342195-3F69-6A53-0A9A-DC6E3BE4406F}"/>
          </ac:spMkLst>
        </pc:spChg>
        <pc:spChg chg="add mod">
          <ac:chgData name="Hemma Philamore" userId="db50e2f3-17b2-4cc0-b719-fb6254d3e9df" providerId="ADAL" clId="{35C0B9A2-A60C-57EC-AD9B-630767BE11FE}" dt="2025-11-20T11:15:40.297" v="736" actId="1076"/>
          <ac:spMkLst>
            <pc:docMk/>
            <pc:sldMk cId="2055881703" sldId="256"/>
            <ac:spMk id="169" creationId="{A9F01133-3EA8-50FE-CD03-F1B8AAA1DA19}"/>
          </ac:spMkLst>
        </pc:spChg>
        <pc:spChg chg="add mod">
          <ac:chgData name="Hemma Philamore" userId="db50e2f3-17b2-4cc0-b719-fb6254d3e9df" providerId="ADAL" clId="{35C0B9A2-A60C-57EC-AD9B-630767BE11FE}" dt="2025-11-20T11:15:40.297" v="736" actId="1076"/>
          <ac:spMkLst>
            <pc:docMk/>
            <pc:sldMk cId="2055881703" sldId="256"/>
            <ac:spMk id="170" creationId="{91789995-E92A-A125-D1DA-FB188C0C34A8}"/>
          </ac:spMkLst>
        </pc:spChg>
        <pc:spChg chg="add mod">
          <ac:chgData name="Hemma Philamore" userId="db50e2f3-17b2-4cc0-b719-fb6254d3e9df" providerId="ADAL" clId="{35C0B9A2-A60C-57EC-AD9B-630767BE11FE}" dt="2025-11-20T11:15:40.297" v="736" actId="1076"/>
          <ac:spMkLst>
            <pc:docMk/>
            <pc:sldMk cId="2055881703" sldId="256"/>
            <ac:spMk id="171" creationId="{40D516DC-F3D5-6943-38FD-C6D60482DAC8}"/>
          </ac:spMkLst>
        </pc:spChg>
        <pc:spChg chg="add mod">
          <ac:chgData name="Hemma Philamore" userId="db50e2f3-17b2-4cc0-b719-fb6254d3e9df" providerId="ADAL" clId="{35C0B9A2-A60C-57EC-AD9B-630767BE11FE}" dt="2025-11-20T11:04:14.808" v="680" actId="1076"/>
          <ac:spMkLst>
            <pc:docMk/>
            <pc:sldMk cId="2055881703" sldId="256"/>
            <ac:spMk id="172" creationId="{6F0A9ECA-2884-E143-83EF-E771B8E98069}"/>
          </ac:spMkLst>
        </pc:spChg>
        <pc:spChg chg="add mod">
          <ac:chgData name="Hemma Philamore" userId="db50e2f3-17b2-4cc0-b719-fb6254d3e9df" providerId="ADAL" clId="{35C0B9A2-A60C-57EC-AD9B-630767BE11FE}" dt="2025-11-20T11:04:44.384" v="688" actId="1076"/>
          <ac:spMkLst>
            <pc:docMk/>
            <pc:sldMk cId="2055881703" sldId="256"/>
            <ac:spMk id="178" creationId="{79E5E840-4382-14EF-C5A3-8A4E0D42E6C5}"/>
          </ac:spMkLst>
        </pc:spChg>
        <pc:spChg chg="add mod">
          <ac:chgData name="Hemma Philamore" userId="db50e2f3-17b2-4cc0-b719-fb6254d3e9df" providerId="ADAL" clId="{35C0B9A2-A60C-57EC-AD9B-630767BE11FE}" dt="2025-11-20T11:15:40.297" v="736" actId="1076"/>
          <ac:spMkLst>
            <pc:docMk/>
            <pc:sldMk cId="2055881703" sldId="256"/>
            <ac:spMk id="179" creationId="{BE81F596-AD64-E05A-6FA2-F53D768E27DE}"/>
          </ac:spMkLst>
        </pc:spChg>
        <pc:spChg chg="add mod">
          <ac:chgData name="Hemma Philamore" userId="db50e2f3-17b2-4cc0-b719-fb6254d3e9df" providerId="ADAL" clId="{35C0B9A2-A60C-57EC-AD9B-630767BE11FE}" dt="2025-11-20T11:15:40.297" v="736" actId="1076"/>
          <ac:spMkLst>
            <pc:docMk/>
            <pc:sldMk cId="2055881703" sldId="256"/>
            <ac:spMk id="180" creationId="{5BB976AC-9DE3-955D-B409-D5FC6D95421E}"/>
          </ac:spMkLst>
        </pc:spChg>
        <pc:spChg chg="add mod">
          <ac:chgData name="Hemma Philamore" userId="db50e2f3-17b2-4cc0-b719-fb6254d3e9df" providerId="ADAL" clId="{35C0B9A2-A60C-57EC-AD9B-630767BE11FE}" dt="2025-11-20T11:15:40.297" v="736" actId="1076"/>
          <ac:spMkLst>
            <pc:docMk/>
            <pc:sldMk cId="2055881703" sldId="256"/>
            <ac:spMk id="181" creationId="{ED3F161E-603D-5855-EDC8-C34997EA9AFF}"/>
          </ac:spMkLst>
        </pc:spChg>
        <pc:spChg chg="add mod">
          <ac:chgData name="Hemma Philamore" userId="db50e2f3-17b2-4cc0-b719-fb6254d3e9df" providerId="ADAL" clId="{35C0B9A2-A60C-57EC-AD9B-630767BE11FE}" dt="2025-11-20T11:04:19.200" v="681" actId="1076"/>
          <ac:spMkLst>
            <pc:docMk/>
            <pc:sldMk cId="2055881703" sldId="256"/>
            <ac:spMk id="182" creationId="{5B0824A6-7ACA-C005-A383-7480DECD7EA8}"/>
          </ac:spMkLst>
        </pc:spChg>
        <pc:spChg chg="add mod">
          <ac:chgData name="Hemma Philamore" userId="db50e2f3-17b2-4cc0-b719-fb6254d3e9df" providerId="ADAL" clId="{35C0B9A2-A60C-57EC-AD9B-630767BE11FE}" dt="2025-11-20T11:04:19.200" v="681" actId="1076"/>
          <ac:spMkLst>
            <pc:docMk/>
            <pc:sldMk cId="2055881703" sldId="256"/>
            <ac:spMk id="183" creationId="{7DC98C5A-CEA4-BD4A-13BF-F6300D0EF003}"/>
          </ac:spMkLst>
        </pc:spChg>
        <pc:spChg chg="add mod">
          <ac:chgData name="Hemma Philamore" userId="db50e2f3-17b2-4cc0-b719-fb6254d3e9df" providerId="ADAL" clId="{35C0B9A2-A60C-57EC-AD9B-630767BE11FE}" dt="2025-11-20T11:15:40.297" v="736" actId="1076"/>
          <ac:spMkLst>
            <pc:docMk/>
            <pc:sldMk cId="2055881703" sldId="256"/>
            <ac:spMk id="184" creationId="{87807A0D-BB39-57D6-5375-D647E12003F4}"/>
          </ac:spMkLst>
        </pc:spChg>
        <pc:spChg chg="add mod">
          <ac:chgData name="Hemma Philamore" userId="db50e2f3-17b2-4cc0-b719-fb6254d3e9df" providerId="ADAL" clId="{35C0B9A2-A60C-57EC-AD9B-630767BE11FE}" dt="2025-11-20T11:04:31.160" v="683" actId="1076"/>
          <ac:spMkLst>
            <pc:docMk/>
            <pc:sldMk cId="2055881703" sldId="256"/>
            <ac:spMk id="185" creationId="{87C958C5-6DDC-69AF-9537-EAB353E850C1}"/>
          </ac:spMkLst>
        </pc:spChg>
        <pc:spChg chg="add mod">
          <ac:chgData name="Hemma Philamore" userId="db50e2f3-17b2-4cc0-b719-fb6254d3e9df" providerId="ADAL" clId="{35C0B9A2-A60C-57EC-AD9B-630767BE11FE}" dt="2025-11-20T11:13:20.194" v="731" actId="164"/>
          <ac:spMkLst>
            <pc:docMk/>
            <pc:sldMk cId="2055881703" sldId="256"/>
            <ac:spMk id="186" creationId="{0ACA7466-9C80-3E89-E6D6-E97A73C6FFA8}"/>
          </ac:spMkLst>
        </pc:spChg>
        <pc:spChg chg="add mod">
          <ac:chgData name="Hemma Philamore" userId="db50e2f3-17b2-4cc0-b719-fb6254d3e9df" providerId="ADAL" clId="{35C0B9A2-A60C-57EC-AD9B-630767BE11FE}" dt="2025-11-20T11:13:20.194" v="731" actId="164"/>
          <ac:spMkLst>
            <pc:docMk/>
            <pc:sldMk cId="2055881703" sldId="256"/>
            <ac:spMk id="187" creationId="{8B484537-B9CD-25BC-DD89-F35C203A5573}"/>
          </ac:spMkLst>
        </pc:spChg>
        <pc:spChg chg="add mod">
          <ac:chgData name="Hemma Philamore" userId="db50e2f3-17b2-4cc0-b719-fb6254d3e9df" providerId="ADAL" clId="{35C0B9A2-A60C-57EC-AD9B-630767BE11FE}" dt="2025-11-20T11:13:20.194" v="731" actId="164"/>
          <ac:spMkLst>
            <pc:docMk/>
            <pc:sldMk cId="2055881703" sldId="256"/>
            <ac:spMk id="188" creationId="{A24723E6-DA6B-3DF4-7C45-6B8D7316B164}"/>
          </ac:spMkLst>
        </pc:spChg>
        <pc:spChg chg="add mod">
          <ac:chgData name="Hemma Philamore" userId="db50e2f3-17b2-4cc0-b719-fb6254d3e9df" providerId="ADAL" clId="{35C0B9A2-A60C-57EC-AD9B-630767BE11FE}" dt="2025-11-20T11:15:57.952" v="752" actId="1076"/>
          <ac:spMkLst>
            <pc:docMk/>
            <pc:sldMk cId="2055881703" sldId="256"/>
            <ac:spMk id="192" creationId="{898B9435-9DB3-67C0-072D-04E5341AB5BE}"/>
          </ac:spMkLst>
        </pc:spChg>
        <pc:spChg chg="add mod">
          <ac:chgData name="Hemma Philamore" userId="db50e2f3-17b2-4cc0-b719-fb6254d3e9df" providerId="ADAL" clId="{35C0B9A2-A60C-57EC-AD9B-630767BE11FE}" dt="2025-11-20T11:16:06.367" v="761" actId="1076"/>
          <ac:spMkLst>
            <pc:docMk/>
            <pc:sldMk cId="2055881703" sldId="256"/>
            <ac:spMk id="193" creationId="{5CA55AE9-2962-D895-4D16-35ECD2EC08D6}"/>
          </ac:spMkLst>
        </pc:spChg>
        <pc:spChg chg="add mod">
          <ac:chgData name="Hemma Philamore" userId="db50e2f3-17b2-4cc0-b719-fb6254d3e9df" providerId="ADAL" clId="{35C0B9A2-A60C-57EC-AD9B-630767BE11FE}" dt="2025-11-20T11:17:02.099" v="777" actId="1076"/>
          <ac:spMkLst>
            <pc:docMk/>
            <pc:sldMk cId="2055881703" sldId="256"/>
            <ac:spMk id="197" creationId="{BD626BF4-74DB-C0FA-9BB8-E21DB42634CF}"/>
          </ac:spMkLst>
        </pc:spChg>
        <pc:spChg chg="add mod">
          <ac:chgData name="Hemma Philamore" userId="db50e2f3-17b2-4cc0-b719-fb6254d3e9df" providerId="ADAL" clId="{35C0B9A2-A60C-57EC-AD9B-630767BE11FE}" dt="2025-11-20T11:17:02.099" v="777" actId="1076"/>
          <ac:spMkLst>
            <pc:docMk/>
            <pc:sldMk cId="2055881703" sldId="256"/>
            <ac:spMk id="198" creationId="{F2F22DDB-FB7A-C34A-D8DB-25CDB697AE81}"/>
          </ac:spMkLst>
        </pc:spChg>
        <pc:spChg chg="add mod">
          <ac:chgData name="Hemma Philamore" userId="db50e2f3-17b2-4cc0-b719-fb6254d3e9df" providerId="ADAL" clId="{35C0B9A2-A60C-57EC-AD9B-630767BE11FE}" dt="2025-11-20T11:17:02.099" v="777" actId="1076"/>
          <ac:spMkLst>
            <pc:docMk/>
            <pc:sldMk cId="2055881703" sldId="256"/>
            <ac:spMk id="199" creationId="{1F5074A3-E0C8-14CE-2E45-1A437768914B}"/>
          </ac:spMkLst>
        </pc:spChg>
        <pc:spChg chg="add mod">
          <ac:chgData name="Hemma Philamore" userId="db50e2f3-17b2-4cc0-b719-fb6254d3e9df" providerId="ADAL" clId="{35C0B9A2-A60C-57EC-AD9B-630767BE11FE}" dt="2025-11-20T11:16:51.457" v="774" actId="164"/>
          <ac:spMkLst>
            <pc:docMk/>
            <pc:sldMk cId="2055881703" sldId="256"/>
            <ac:spMk id="200" creationId="{41BFF106-723E-D958-1C0F-66E8757FCDD0}"/>
          </ac:spMkLst>
        </pc:spChg>
        <pc:spChg chg="add mod">
          <ac:chgData name="Hemma Philamore" userId="db50e2f3-17b2-4cc0-b719-fb6254d3e9df" providerId="ADAL" clId="{35C0B9A2-A60C-57EC-AD9B-630767BE11FE}" dt="2025-11-20T11:16:51.457" v="774" actId="164"/>
          <ac:spMkLst>
            <pc:docMk/>
            <pc:sldMk cId="2055881703" sldId="256"/>
            <ac:spMk id="201" creationId="{EEA92A1E-D4E2-8B5C-26BA-EB79502341EF}"/>
          </ac:spMkLst>
        </pc:spChg>
        <pc:spChg chg="add mod">
          <ac:chgData name="Hemma Philamore" userId="db50e2f3-17b2-4cc0-b719-fb6254d3e9df" providerId="ADAL" clId="{35C0B9A2-A60C-57EC-AD9B-630767BE11FE}" dt="2025-11-20T11:16:51.457" v="774" actId="164"/>
          <ac:spMkLst>
            <pc:docMk/>
            <pc:sldMk cId="2055881703" sldId="256"/>
            <ac:spMk id="202" creationId="{900F1ABB-1CF6-F58D-0E98-820101CBF84B}"/>
          </ac:spMkLst>
        </pc:spChg>
        <pc:spChg chg="add mod">
          <ac:chgData name="Hemma Philamore" userId="db50e2f3-17b2-4cc0-b719-fb6254d3e9df" providerId="ADAL" clId="{35C0B9A2-A60C-57EC-AD9B-630767BE11FE}" dt="2025-11-20T11:17:02.099" v="777" actId="1076"/>
          <ac:spMkLst>
            <pc:docMk/>
            <pc:sldMk cId="2055881703" sldId="256"/>
            <ac:spMk id="203" creationId="{A2CB33F7-9321-AFA5-A61A-313492A0A063}"/>
          </ac:spMkLst>
        </pc:spChg>
        <pc:spChg chg="add mod">
          <ac:chgData name="Hemma Philamore" userId="db50e2f3-17b2-4cc0-b719-fb6254d3e9df" providerId="ADAL" clId="{35C0B9A2-A60C-57EC-AD9B-630767BE11FE}" dt="2025-11-20T11:17:02.099" v="777" actId="1076"/>
          <ac:spMkLst>
            <pc:docMk/>
            <pc:sldMk cId="2055881703" sldId="256"/>
            <ac:spMk id="204" creationId="{F4439300-94E6-8176-3416-C61D7165FCF5}"/>
          </ac:spMkLst>
        </pc:spChg>
        <pc:spChg chg="add mod">
          <ac:chgData name="Hemma Philamore" userId="db50e2f3-17b2-4cc0-b719-fb6254d3e9df" providerId="ADAL" clId="{35C0B9A2-A60C-57EC-AD9B-630767BE11FE}" dt="2025-11-20T11:17:46.971" v="805" actId="1076"/>
          <ac:spMkLst>
            <pc:docMk/>
            <pc:sldMk cId="2055881703" sldId="256"/>
            <ac:spMk id="206" creationId="{34CBA40E-6EF2-6992-D994-1C304B64CDDF}"/>
          </ac:spMkLst>
        </pc:spChg>
        <pc:spChg chg="add mod">
          <ac:chgData name="Hemma Philamore" userId="db50e2f3-17b2-4cc0-b719-fb6254d3e9df" providerId="ADAL" clId="{35C0B9A2-A60C-57EC-AD9B-630767BE11FE}" dt="2025-11-20T11:17:36.858" v="803" actId="1076"/>
          <ac:spMkLst>
            <pc:docMk/>
            <pc:sldMk cId="2055881703" sldId="256"/>
            <ac:spMk id="207" creationId="{BFB4679D-0BD6-0A6C-80A2-30D32C1A6B01}"/>
          </ac:spMkLst>
        </pc:spChg>
        <pc:grpChg chg="add mod">
          <ac:chgData name="Hemma Philamore" userId="db50e2f3-17b2-4cc0-b719-fb6254d3e9df" providerId="ADAL" clId="{35C0B9A2-A60C-57EC-AD9B-630767BE11FE}" dt="2025-11-20T11:16:13.321" v="762" actId="1076"/>
          <ac:grpSpMkLst>
            <pc:docMk/>
            <pc:sldMk cId="2055881703" sldId="256"/>
            <ac:grpSpMk id="68" creationId="{EEA1CA30-B8FB-FE68-CEE3-E7126C2431BD}"/>
          </ac:grpSpMkLst>
        </pc:grpChg>
        <pc:grpChg chg="add del mod">
          <ac:chgData name="Hemma Philamore" userId="db50e2f3-17b2-4cc0-b719-fb6254d3e9df" providerId="ADAL" clId="{35C0B9A2-A60C-57EC-AD9B-630767BE11FE}" dt="2025-11-20T10:58:21.410" v="587" actId="478"/>
          <ac:grpSpMkLst>
            <pc:docMk/>
            <pc:sldMk cId="2055881703" sldId="256"/>
            <ac:grpSpMk id="69" creationId="{286E84BA-A5E6-613E-BD0D-03237C6EF9A7}"/>
          </ac:grpSpMkLst>
        </pc:grpChg>
        <pc:grpChg chg="add del mod">
          <ac:chgData name="Hemma Philamore" userId="db50e2f3-17b2-4cc0-b719-fb6254d3e9df" providerId="ADAL" clId="{35C0B9A2-A60C-57EC-AD9B-630767BE11FE}" dt="2025-11-20T10:58:20.746" v="586" actId="478"/>
          <ac:grpSpMkLst>
            <pc:docMk/>
            <pc:sldMk cId="2055881703" sldId="256"/>
            <ac:grpSpMk id="72" creationId="{4A481B30-4E74-8CC6-C04A-E79707CC7FD8}"/>
          </ac:grpSpMkLst>
        </pc:grpChg>
        <pc:grpChg chg="add del mod">
          <ac:chgData name="Hemma Philamore" userId="db50e2f3-17b2-4cc0-b719-fb6254d3e9df" providerId="ADAL" clId="{35C0B9A2-A60C-57EC-AD9B-630767BE11FE}" dt="2025-11-20T10:58:20.085" v="585" actId="478"/>
          <ac:grpSpMkLst>
            <pc:docMk/>
            <pc:sldMk cId="2055881703" sldId="256"/>
            <ac:grpSpMk id="75" creationId="{FBD83005-F293-05C5-FE6F-0CDCE92F8155}"/>
          </ac:grpSpMkLst>
        </pc:grpChg>
        <pc:grpChg chg="add del mod topLvl">
          <ac:chgData name="Hemma Philamore" userId="db50e2f3-17b2-4cc0-b719-fb6254d3e9df" providerId="ADAL" clId="{35C0B9A2-A60C-57EC-AD9B-630767BE11FE}" dt="2025-11-20T10:53:30.730" v="494" actId="165"/>
          <ac:grpSpMkLst>
            <pc:docMk/>
            <pc:sldMk cId="2055881703" sldId="256"/>
            <ac:grpSpMk id="78" creationId="{FAC83208-ED5B-FAE7-F87D-8B3181C445D7}"/>
          </ac:grpSpMkLst>
        </pc:grpChg>
        <pc:grpChg chg="add del mod">
          <ac:chgData name="Hemma Philamore" userId="db50e2f3-17b2-4cc0-b719-fb6254d3e9df" providerId="ADAL" clId="{35C0B9A2-A60C-57EC-AD9B-630767BE11FE}" dt="2025-11-20T10:52:07.209" v="478" actId="165"/>
          <ac:grpSpMkLst>
            <pc:docMk/>
            <pc:sldMk cId="2055881703" sldId="256"/>
            <ac:grpSpMk id="85" creationId="{5E46178F-8ED9-52FF-3BF2-01C9CE60A2C0}"/>
          </ac:grpSpMkLst>
        </pc:grpChg>
        <pc:grpChg chg="add del mod">
          <ac:chgData name="Hemma Philamore" userId="db50e2f3-17b2-4cc0-b719-fb6254d3e9df" providerId="ADAL" clId="{35C0B9A2-A60C-57EC-AD9B-630767BE11FE}" dt="2025-11-20T10:53:00.763" v="488" actId="478"/>
          <ac:grpSpMkLst>
            <pc:docMk/>
            <pc:sldMk cId="2055881703" sldId="256"/>
            <ac:grpSpMk id="86" creationId="{1A19B633-8089-8BAF-8DFD-E88F06FC9CE1}"/>
          </ac:grpSpMkLst>
        </pc:grpChg>
        <pc:grpChg chg="mod">
          <ac:chgData name="Hemma Philamore" userId="db50e2f3-17b2-4cc0-b719-fb6254d3e9df" providerId="ADAL" clId="{35C0B9A2-A60C-57EC-AD9B-630767BE11FE}" dt="2025-11-20T10:51:52.878" v="474"/>
          <ac:grpSpMkLst>
            <pc:docMk/>
            <pc:sldMk cId="2055881703" sldId="256"/>
            <ac:grpSpMk id="87" creationId="{F5F74216-9E26-B9FB-0994-658FC4B22973}"/>
          </ac:grpSpMkLst>
        </pc:grpChg>
        <pc:grpChg chg="add del mod">
          <ac:chgData name="Hemma Philamore" userId="db50e2f3-17b2-4cc0-b719-fb6254d3e9df" providerId="ADAL" clId="{35C0B9A2-A60C-57EC-AD9B-630767BE11FE}" dt="2025-11-20T10:53:01.997" v="489" actId="478"/>
          <ac:grpSpMkLst>
            <pc:docMk/>
            <pc:sldMk cId="2055881703" sldId="256"/>
            <ac:grpSpMk id="94" creationId="{690FEAAF-B471-2F8A-D99C-3165CD93A3B9}"/>
          </ac:grpSpMkLst>
        </pc:grpChg>
        <pc:grpChg chg="mod">
          <ac:chgData name="Hemma Philamore" userId="db50e2f3-17b2-4cc0-b719-fb6254d3e9df" providerId="ADAL" clId="{35C0B9A2-A60C-57EC-AD9B-630767BE11FE}" dt="2025-11-20T10:51:56.513" v="476"/>
          <ac:grpSpMkLst>
            <pc:docMk/>
            <pc:sldMk cId="2055881703" sldId="256"/>
            <ac:grpSpMk id="95" creationId="{57C0CEF4-2358-BAF0-0D7E-72FC7B81BB2C}"/>
          </ac:grpSpMkLst>
        </pc:grpChg>
        <pc:grpChg chg="add del mod">
          <ac:chgData name="Hemma Philamore" userId="db50e2f3-17b2-4cc0-b719-fb6254d3e9df" providerId="ADAL" clId="{35C0B9A2-A60C-57EC-AD9B-630767BE11FE}" dt="2025-11-20T10:54:44.407" v="515" actId="478"/>
          <ac:grpSpMkLst>
            <pc:docMk/>
            <pc:sldMk cId="2055881703" sldId="256"/>
            <ac:grpSpMk id="102" creationId="{ECAD2C37-9BF9-7EF4-C860-77E79437D0D2}"/>
          </ac:grpSpMkLst>
        </pc:grpChg>
        <pc:grpChg chg="add mod">
          <ac:chgData name="Hemma Philamore" userId="db50e2f3-17b2-4cc0-b719-fb6254d3e9df" providerId="ADAL" clId="{35C0B9A2-A60C-57EC-AD9B-630767BE11FE}" dt="2025-11-20T10:55:33.903" v="532" actId="1076"/>
          <ac:grpSpMkLst>
            <pc:docMk/>
            <pc:sldMk cId="2055881703" sldId="256"/>
            <ac:grpSpMk id="127" creationId="{846CE7DB-EE05-C5C1-E4D3-5787214C4855}"/>
          </ac:grpSpMkLst>
        </pc:grpChg>
        <pc:grpChg chg="add mod">
          <ac:chgData name="Hemma Philamore" userId="db50e2f3-17b2-4cc0-b719-fb6254d3e9df" providerId="ADAL" clId="{35C0B9A2-A60C-57EC-AD9B-630767BE11FE}" dt="2025-11-20T10:58:03.554" v="583" actId="1076"/>
          <ac:grpSpMkLst>
            <pc:docMk/>
            <pc:sldMk cId="2055881703" sldId="256"/>
            <ac:grpSpMk id="128" creationId="{C964BE04-B984-584E-B9AC-09ED2F4375F1}"/>
          </ac:grpSpMkLst>
        </pc:grpChg>
        <pc:grpChg chg="add mod">
          <ac:chgData name="Hemma Philamore" userId="db50e2f3-17b2-4cc0-b719-fb6254d3e9df" providerId="ADAL" clId="{35C0B9A2-A60C-57EC-AD9B-630767BE11FE}" dt="2025-11-20T11:04:14.808" v="680" actId="1076"/>
          <ac:grpSpMkLst>
            <pc:docMk/>
            <pc:sldMk cId="2055881703" sldId="256"/>
            <ac:grpSpMk id="162" creationId="{175F5B84-092F-7D56-FC28-D6FEFC625480}"/>
          </ac:grpSpMkLst>
        </pc:grpChg>
        <pc:grpChg chg="add mod">
          <ac:chgData name="Hemma Philamore" userId="db50e2f3-17b2-4cc0-b719-fb6254d3e9df" providerId="ADAL" clId="{35C0B9A2-A60C-57EC-AD9B-630767BE11FE}" dt="2025-11-20T11:04:19.200" v="681" actId="1076"/>
          <ac:grpSpMkLst>
            <pc:docMk/>
            <pc:sldMk cId="2055881703" sldId="256"/>
            <ac:grpSpMk id="175" creationId="{6A069227-46EA-28D3-FAF3-4BF38A863E57}"/>
          </ac:grpSpMkLst>
        </pc:grpChg>
        <pc:grpChg chg="mod">
          <ac:chgData name="Hemma Philamore" userId="db50e2f3-17b2-4cc0-b719-fb6254d3e9df" providerId="ADAL" clId="{35C0B9A2-A60C-57EC-AD9B-630767BE11FE}" dt="2025-11-20T11:17:10.411" v="778" actId="1076"/>
          <ac:grpSpMkLst>
            <pc:docMk/>
            <pc:sldMk cId="2055881703" sldId="256"/>
            <ac:grpSpMk id="191" creationId="{D0DB04B9-3774-E353-ED89-26BC7CB0789D}"/>
          </ac:grpSpMkLst>
        </pc:grpChg>
        <pc:grpChg chg="add del mod">
          <ac:chgData name="Hemma Philamore" userId="db50e2f3-17b2-4cc0-b719-fb6254d3e9df" providerId="ADAL" clId="{35C0B9A2-A60C-57EC-AD9B-630767BE11FE}" dt="2025-11-20T11:16:40.250" v="769" actId="165"/>
          <ac:grpSpMkLst>
            <pc:docMk/>
            <pc:sldMk cId="2055881703" sldId="256"/>
            <ac:grpSpMk id="194" creationId="{08414F98-E93D-6B1D-227C-BB56A9372591}"/>
          </ac:grpSpMkLst>
        </pc:grpChg>
        <pc:grpChg chg="add mod">
          <ac:chgData name="Hemma Philamore" userId="db50e2f3-17b2-4cc0-b719-fb6254d3e9df" providerId="ADAL" clId="{35C0B9A2-A60C-57EC-AD9B-630767BE11FE}" dt="2025-11-20T11:17:02.099" v="777" actId="1076"/>
          <ac:grpSpMkLst>
            <pc:docMk/>
            <pc:sldMk cId="2055881703" sldId="256"/>
            <ac:grpSpMk id="205" creationId="{A57266B0-3B60-B7C5-CD13-D5D6EEFAEF56}"/>
          </ac:grpSpMkLst>
        </pc:grpChg>
        <pc:picChg chg="add mod modCrop">
          <ac:chgData name="Hemma Philamore" userId="db50e2f3-17b2-4cc0-b719-fb6254d3e9df" providerId="ADAL" clId="{35C0B9A2-A60C-57EC-AD9B-630767BE11FE}" dt="2025-11-20T11:15:26.553" v="734" actId="1076"/>
          <ac:picMkLst>
            <pc:docMk/>
            <pc:sldMk cId="2055881703" sldId="256"/>
            <ac:picMk id="9" creationId="{BFBE6549-D519-7978-8C79-45C1CCF44A1A}"/>
          </ac:picMkLst>
        </pc:picChg>
        <pc:picChg chg="add mod">
          <ac:chgData name="Hemma Philamore" userId="db50e2f3-17b2-4cc0-b719-fb6254d3e9df" providerId="ADAL" clId="{35C0B9A2-A60C-57EC-AD9B-630767BE11FE}" dt="2025-11-20T11:15:26.553" v="734" actId="1076"/>
          <ac:picMkLst>
            <pc:docMk/>
            <pc:sldMk cId="2055881703" sldId="256"/>
            <ac:picMk id="11" creationId="{7108C697-452B-18F4-0A68-07969A8A41FE}"/>
          </ac:picMkLst>
        </pc:picChg>
        <pc:picChg chg="add del mod">
          <ac:chgData name="Hemma Philamore" userId="db50e2f3-17b2-4cc0-b719-fb6254d3e9df" providerId="ADAL" clId="{35C0B9A2-A60C-57EC-AD9B-630767BE11FE}" dt="2025-11-20T10:50:09.866" v="450" actId="478"/>
          <ac:picMkLst>
            <pc:docMk/>
            <pc:sldMk cId="2055881703" sldId="256"/>
            <ac:picMk id="55" creationId="{413CCF69-B9B8-C3FA-200C-D95B7756D02B}"/>
          </ac:picMkLst>
        </pc:picChg>
        <pc:cxnChg chg="add del mod">
          <ac:chgData name="Hemma Philamore" userId="db50e2f3-17b2-4cc0-b719-fb6254d3e9df" providerId="ADAL" clId="{35C0B9A2-A60C-57EC-AD9B-630767BE11FE}" dt="2025-11-20T10:32:26.080" v="42" actId="478"/>
          <ac:cxnSpMkLst>
            <pc:docMk/>
            <pc:sldMk cId="2055881703" sldId="256"/>
            <ac:cxnSpMk id="13" creationId="{D7B36D1E-88A7-1052-C3DA-CA876832D45F}"/>
          </ac:cxnSpMkLst>
        </pc:cxnChg>
        <pc:cxnChg chg="add del mod">
          <ac:chgData name="Hemma Philamore" userId="db50e2f3-17b2-4cc0-b719-fb6254d3e9df" providerId="ADAL" clId="{35C0B9A2-A60C-57EC-AD9B-630767BE11FE}" dt="2025-11-20T10:32:27.756" v="44" actId="478"/>
          <ac:cxnSpMkLst>
            <pc:docMk/>
            <pc:sldMk cId="2055881703" sldId="256"/>
            <ac:cxnSpMk id="14" creationId="{7F2EB04A-A2A2-2C56-4E1B-209E62310FC2}"/>
          </ac:cxnSpMkLst>
        </pc:cxnChg>
        <pc:cxnChg chg="add del mod">
          <ac:chgData name="Hemma Philamore" userId="db50e2f3-17b2-4cc0-b719-fb6254d3e9df" providerId="ADAL" clId="{35C0B9A2-A60C-57EC-AD9B-630767BE11FE}" dt="2025-11-20T10:32:27.292" v="43" actId="478"/>
          <ac:cxnSpMkLst>
            <pc:docMk/>
            <pc:sldMk cId="2055881703" sldId="256"/>
            <ac:cxnSpMk id="16" creationId="{54D5B968-0515-EF49-B44A-A4257084ECC6}"/>
          </ac:cxnSpMkLst>
        </pc:cxnChg>
        <pc:cxnChg chg="add del mod">
          <ac:chgData name="Hemma Philamore" userId="db50e2f3-17b2-4cc0-b719-fb6254d3e9df" providerId="ADAL" clId="{35C0B9A2-A60C-57EC-AD9B-630767BE11FE}" dt="2025-11-20T10:34:13.541" v="71" actId="11529"/>
          <ac:cxnSpMkLst>
            <pc:docMk/>
            <pc:sldMk cId="2055881703" sldId="256"/>
            <ac:cxnSpMk id="21" creationId="{89A109B6-264C-60DE-D49A-BDEA50CEBE4F}"/>
          </ac:cxnSpMkLst>
        </pc:cxnChg>
        <pc:cxnChg chg="add del mod">
          <ac:chgData name="Hemma Philamore" userId="db50e2f3-17b2-4cc0-b719-fb6254d3e9df" providerId="ADAL" clId="{35C0B9A2-A60C-57EC-AD9B-630767BE11FE}" dt="2025-11-20T10:34:13.157" v="70" actId="11529"/>
          <ac:cxnSpMkLst>
            <pc:docMk/>
            <pc:sldMk cId="2055881703" sldId="256"/>
            <ac:cxnSpMk id="23" creationId="{999AB47E-2DFE-086B-77A8-029749C5052C}"/>
          </ac:cxnSpMkLst>
        </pc:cxnChg>
        <pc:cxnChg chg="add mod">
          <ac:chgData name="Hemma Philamore" userId="db50e2f3-17b2-4cc0-b719-fb6254d3e9df" providerId="ADAL" clId="{35C0B9A2-A60C-57EC-AD9B-630767BE11FE}" dt="2025-11-20T11:15:26.553" v="734" actId="1076"/>
          <ac:cxnSpMkLst>
            <pc:docMk/>
            <pc:sldMk cId="2055881703" sldId="256"/>
            <ac:cxnSpMk id="25" creationId="{F3A2D803-B696-E12A-8C6D-559ECA86B8E1}"/>
          </ac:cxnSpMkLst>
        </pc:cxnChg>
        <pc:cxnChg chg="add mod">
          <ac:chgData name="Hemma Philamore" userId="db50e2f3-17b2-4cc0-b719-fb6254d3e9df" providerId="ADAL" clId="{35C0B9A2-A60C-57EC-AD9B-630767BE11FE}" dt="2025-11-20T10:41:54.165" v="233" actId="692"/>
          <ac:cxnSpMkLst>
            <pc:docMk/>
            <pc:sldMk cId="2055881703" sldId="256"/>
            <ac:cxnSpMk id="27" creationId="{08C849EA-9237-8EDA-598E-6BA8075F3426}"/>
          </ac:cxnSpMkLst>
        </pc:cxnChg>
        <pc:cxnChg chg="add mod">
          <ac:chgData name="Hemma Philamore" userId="db50e2f3-17b2-4cc0-b719-fb6254d3e9df" providerId="ADAL" clId="{35C0B9A2-A60C-57EC-AD9B-630767BE11FE}" dt="2025-11-20T10:41:43.386" v="227" actId="692"/>
          <ac:cxnSpMkLst>
            <pc:docMk/>
            <pc:sldMk cId="2055881703" sldId="256"/>
            <ac:cxnSpMk id="29" creationId="{CB206A3C-028A-6A69-9951-0FB7A3B526DB}"/>
          </ac:cxnSpMkLst>
        </pc:cxnChg>
        <pc:cxnChg chg="add del mod">
          <ac:chgData name="Hemma Philamore" userId="db50e2f3-17b2-4cc0-b719-fb6254d3e9df" providerId="ADAL" clId="{35C0B9A2-A60C-57EC-AD9B-630767BE11FE}" dt="2025-11-20T10:46:57.730" v="380" actId="478"/>
          <ac:cxnSpMkLst>
            <pc:docMk/>
            <pc:sldMk cId="2055881703" sldId="256"/>
            <ac:cxnSpMk id="41" creationId="{EB801AB0-4215-78D6-37C9-F159A67B1AFC}"/>
          </ac:cxnSpMkLst>
        </pc:cxnChg>
        <pc:cxnChg chg="add del mod">
          <ac:chgData name="Hemma Philamore" userId="db50e2f3-17b2-4cc0-b719-fb6254d3e9df" providerId="ADAL" clId="{35C0B9A2-A60C-57EC-AD9B-630767BE11FE}" dt="2025-11-20T10:46:59.472" v="381" actId="478"/>
          <ac:cxnSpMkLst>
            <pc:docMk/>
            <pc:sldMk cId="2055881703" sldId="256"/>
            <ac:cxnSpMk id="44" creationId="{577EF17E-8A13-6DC9-6FC5-BF9E766B2D66}"/>
          </ac:cxnSpMkLst>
        </pc:cxnChg>
        <pc:cxnChg chg="add mod">
          <ac:chgData name="Hemma Philamore" userId="db50e2f3-17b2-4cc0-b719-fb6254d3e9df" providerId="ADAL" clId="{35C0B9A2-A60C-57EC-AD9B-630767BE11FE}" dt="2025-11-20T10:48:13.639" v="406" actId="692"/>
          <ac:cxnSpMkLst>
            <pc:docMk/>
            <pc:sldMk cId="2055881703" sldId="256"/>
            <ac:cxnSpMk id="48" creationId="{D01AE3DB-03C1-C544-81CE-3DA73AA52629}"/>
          </ac:cxnSpMkLst>
        </pc:cxnChg>
        <pc:cxnChg chg="add mod">
          <ac:chgData name="Hemma Philamore" userId="db50e2f3-17b2-4cc0-b719-fb6254d3e9df" providerId="ADAL" clId="{35C0B9A2-A60C-57EC-AD9B-630767BE11FE}" dt="2025-11-20T10:50:40.617" v="456" actId="164"/>
          <ac:cxnSpMkLst>
            <pc:docMk/>
            <pc:sldMk cId="2055881703" sldId="256"/>
            <ac:cxnSpMk id="56" creationId="{366D8118-2718-AAA8-38A7-83275575D318}"/>
          </ac:cxnSpMkLst>
        </pc:cxnChg>
        <pc:cxnChg chg="add del mod">
          <ac:chgData name="Hemma Philamore" userId="db50e2f3-17b2-4cc0-b719-fb6254d3e9df" providerId="ADAL" clId="{35C0B9A2-A60C-57EC-AD9B-630767BE11FE}" dt="2025-11-20T10:49:48.348" v="444" actId="478"/>
          <ac:cxnSpMkLst>
            <pc:docMk/>
            <pc:sldMk cId="2055881703" sldId="256"/>
            <ac:cxnSpMk id="57" creationId="{D30B195A-439B-956F-54BF-9C2087DF5A26}"/>
          </ac:cxnSpMkLst>
        </pc:cxnChg>
        <pc:cxnChg chg="add del mod">
          <ac:chgData name="Hemma Philamore" userId="db50e2f3-17b2-4cc0-b719-fb6254d3e9df" providerId="ADAL" clId="{35C0B9A2-A60C-57EC-AD9B-630767BE11FE}" dt="2025-11-20T10:49:47.319" v="443" actId="478"/>
          <ac:cxnSpMkLst>
            <pc:docMk/>
            <pc:sldMk cId="2055881703" sldId="256"/>
            <ac:cxnSpMk id="58" creationId="{24627312-FBF2-A73B-ED3C-7FA68DB17433}"/>
          </ac:cxnSpMkLst>
        </pc:cxnChg>
        <pc:cxnChg chg="del">
          <ac:chgData name="Hemma Philamore" userId="db50e2f3-17b2-4cc0-b719-fb6254d3e9df" providerId="ADAL" clId="{35C0B9A2-A60C-57EC-AD9B-630767BE11FE}" dt="2025-11-20T10:50:15.481" v="454" actId="478"/>
          <ac:cxnSpMkLst>
            <pc:docMk/>
            <pc:sldMk cId="2055881703" sldId="256"/>
            <ac:cxnSpMk id="64" creationId="{4ABBD524-FE8B-1AEA-F423-625A6B82B344}"/>
          </ac:cxnSpMkLst>
        </pc:cxnChg>
        <pc:cxnChg chg="add mod">
          <ac:chgData name="Hemma Philamore" userId="db50e2f3-17b2-4cc0-b719-fb6254d3e9df" providerId="ADAL" clId="{35C0B9A2-A60C-57EC-AD9B-630767BE11FE}" dt="2025-11-20T10:50:40.617" v="456" actId="164"/>
          <ac:cxnSpMkLst>
            <pc:docMk/>
            <pc:sldMk cId="2055881703" sldId="256"/>
            <ac:cxnSpMk id="67" creationId="{00C822D5-2BC3-CD28-1168-BB36C2CAABCA}"/>
          </ac:cxnSpMkLst>
        </pc:cxnChg>
        <pc:cxnChg chg="mod">
          <ac:chgData name="Hemma Philamore" userId="db50e2f3-17b2-4cc0-b719-fb6254d3e9df" providerId="ADAL" clId="{35C0B9A2-A60C-57EC-AD9B-630767BE11FE}" dt="2025-11-20T10:50:57.959" v="457"/>
          <ac:cxnSpMkLst>
            <pc:docMk/>
            <pc:sldMk cId="2055881703" sldId="256"/>
            <ac:cxnSpMk id="70" creationId="{8E2CB805-3F6F-787A-5236-85EC132578A8}"/>
          </ac:cxnSpMkLst>
        </pc:cxnChg>
        <pc:cxnChg chg="mod">
          <ac:chgData name="Hemma Philamore" userId="db50e2f3-17b2-4cc0-b719-fb6254d3e9df" providerId="ADAL" clId="{35C0B9A2-A60C-57EC-AD9B-630767BE11FE}" dt="2025-11-20T10:50:57.959" v="457"/>
          <ac:cxnSpMkLst>
            <pc:docMk/>
            <pc:sldMk cId="2055881703" sldId="256"/>
            <ac:cxnSpMk id="71" creationId="{9E5B849C-7677-3560-137B-67C54A363687}"/>
          </ac:cxnSpMkLst>
        </pc:cxnChg>
        <pc:cxnChg chg="mod">
          <ac:chgData name="Hemma Philamore" userId="db50e2f3-17b2-4cc0-b719-fb6254d3e9df" providerId="ADAL" clId="{35C0B9A2-A60C-57EC-AD9B-630767BE11FE}" dt="2025-11-20T10:50:58.365" v="458"/>
          <ac:cxnSpMkLst>
            <pc:docMk/>
            <pc:sldMk cId="2055881703" sldId="256"/>
            <ac:cxnSpMk id="73" creationId="{5E23EF09-1DAA-5DB8-703B-8A045FDC8AFF}"/>
          </ac:cxnSpMkLst>
        </pc:cxnChg>
        <pc:cxnChg chg="mod">
          <ac:chgData name="Hemma Philamore" userId="db50e2f3-17b2-4cc0-b719-fb6254d3e9df" providerId="ADAL" clId="{35C0B9A2-A60C-57EC-AD9B-630767BE11FE}" dt="2025-11-20T10:50:58.365" v="458"/>
          <ac:cxnSpMkLst>
            <pc:docMk/>
            <pc:sldMk cId="2055881703" sldId="256"/>
            <ac:cxnSpMk id="74" creationId="{3CA48C36-D65A-7482-49C0-C8E7EB0F80B9}"/>
          </ac:cxnSpMkLst>
        </pc:cxnChg>
        <pc:cxnChg chg="mod">
          <ac:chgData name="Hemma Philamore" userId="db50e2f3-17b2-4cc0-b719-fb6254d3e9df" providerId="ADAL" clId="{35C0B9A2-A60C-57EC-AD9B-630767BE11FE}" dt="2025-11-20T10:50:58.798" v="459"/>
          <ac:cxnSpMkLst>
            <pc:docMk/>
            <pc:sldMk cId="2055881703" sldId="256"/>
            <ac:cxnSpMk id="76" creationId="{5529DA44-F22C-6A98-E5A2-FA99B81CDA02}"/>
          </ac:cxnSpMkLst>
        </pc:cxnChg>
        <pc:cxnChg chg="mod">
          <ac:chgData name="Hemma Philamore" userId="db50e2f3-17b2-4cc0-b719-fb6254d3e9df" providerId="ADAL" clId="{35C0B9A2-A60C-57EC-AD9B-630767BE11FE}" dt="2025-11-20T10:50:58.798" v="459"/>
          <ac:cxnSpMkLst>
            <pc:docMk/>
            <pc:sldMk cId="2055881703" sldId="256"/>
            <ac:cxnSpMk id="77" creationId="{1114AD4F-40A6-7F1B-0FFA-B4571FD033A3}"/>
          </ac:cxnSpMkLst>
        </pc:cxnChg>
        <pc:cxnChg chg="mod topLvl">
          <ac:chgData name="Hemma Philamore" userId="db50e2f3-17b2-4cc0-b719-fb6254d3e9df" providerId="ADAL" clId="{35C0B9A2-A60C-57EC-AD9B-630767BE11FE}" dt="2025-11-20T10:55:22.304" v="528" actId="164"/>
          <ac:cxnSpMkLst>
            <pc:docMk/>
            <pc:sldMk cId="2055881703" sldId="256"/>
            <ac:cxnSpMk id="79" creationId="{B9B60649-FEB6-60E8-713C-4CF2679B967C}"/>
          </ac:cxnSpMkLst>
        </pc:cxnChg>
        <pc:cxnChg chg="del mod topLvl">
          <ac:chgData name="Hemma Philamore" userId="db50e2f3-17b2-4cc0-b719-fb6254d3e9df" providerId="ADAL" clId="{35C0B9A2-A60C-57EC-AD9B-630767BE11FE}" dt="2025-11-20T10:54:18.405" v="506" actId="478"/>
          <ac:cxnSpMkLst>
            <pc:docMk/>
            <pc:sldMk cId="2055881703" sldId="256"/>
            <ac:cxnSpMk id="80" creationId="{2E2F0708-331A-FE52-1F41-B2D4692FC0B4}"/>
          </ac:cxnSpMkLst>
        </pc:cxnChg>
        <pc:cxnChg chg="mod">
          <ac:chgData name="Hemma Philamore" userId="db50e2f3-17b2-4cc0-b719-fb6254d3e9df" providerId="ADAL" clId="{35C0B9A2-A60C-57EC-AD9B-630767BE11FE}" dt="2025-11-20T10:51:52.878" v="474"/>
          <ac:cxnSpMkLst>
            <pc:docMk/>
            <pc:sldMk cId="2055881703" sldId="256"/>
            <ac:cxnSpMk id="92" creationId="{08956005-0D8B-582C-F23A-35E7BFC4ED55}"/>
          </ac:cxnSpMkLst>
        </pc:cxnChg>
        <pc:cxnChg chg="mod">
          <ac:chgData name="Hemma Philamore" userId="db50e2f3-17b2-4cc0-b719-fb6254d3e9df" providerId="ADAL" clId="{35C0B9A2-A60C-57EC-AD9B-630767BE11FE}" dt="2025-11-20T10:51:52.878" v="474"/>
          <ac:cxnSpMkLst>
            <pc:docMk/>
            <pc:sldMk cId="2055881703" sldId="256"/>
            <ac:cxnSpMk id="93" creationId="{7AE81C34-BF92-9E33-6103-3FE7E6278ACF}"/>
          </ac:cxnSpMkLst>
        </pc:cxnChg>
        <pc:cxnChg chg="mod">
          <ac:chgData name="Hemma Philamore" userId="db50e2f3-17b2-4cc0-b719-fb6254d3e9df" providerId="ADAL" clId="{35C0B9A2-A60C-57EC-AD9B-630767BE11FE}" dt="2025-11-20T10:51:56.513" v="476"/>
          <ac:cxnSpMkLst>
            <pc:docMk/>
            <pc:sldMk cId="2055881703" sldId="256"/>
            <ac:cxnSpMk id="100" creationId="{505B6C6F-E9CB-A131-6619-D2FA562F0BF2}"/>
          </ac:cxnSpMkLst>
        </pc:cxnChg>
        <pc:cxnChg chg="mod">
          <ac:chgData name="Hemma Philamore" userId="db50e2f3-17b2-4cc0-b719-fb6254d3e9df" providerId="ADAL" clId="{35C0B9A2-A60C-57EC-AD9B-630767BE11FE}" dt="2025-11-20T10:51:56.513" v="476"/>
          <ac:cxnSpMkLst>
            <pc:docMk/>
            <pc:sldMk cId="2055881703" sldId="256"/>
            <ac:cxnSpMk id="101" creationId="{7E7D0B9F-4B8F-692B-F78F-19D3331EE335}"/>
          </ac:cxnSpMkLst>
        </pc:cxnChg>
        <pc:cxnChg chg="del mod topLvl">
          <ac:chgData name="Hemma Philamore" userId="db50e2f3-17b2-4cc0-b719-fb6254d3e9df" providerId="ADAL" clId="{35C0B9A2-A60C-57EC-AD9B-630767BE11FE}" dt="2025-11-20T10:54:44.407" v="515" actId="478"/>
          <ac:cxnSpMkLst>
            <pc:docMk/>
            <pc:sldMk cId="2055881703" sldId="256"/>
            <ac:cxnSpMk id="103" creationId="{29A6C44A-32A7-3A11-55C4-091C14FAB6B6}"/>
          </ac:cxnSpMkLst>
        </pc:cxnChg>
        <pc:cxnChg chg="del mod topLvl">
          <ac:chgData name="Hemma Philamore" userId="db50e2f3-17b2-4cc0-b719-fb6254d3e9df" providerId="ADAL" clId="{35C0B9A2-A60C-57EC-AD9B-630767BE11FE}" dt="2025-11-20T10:54:45.094" v="516" actId="478"/>
          <ac:cxnSpMkLst>
            <pc:docMk/>
            <pc:sldMk cId="2055881703" sldId="256"/>
            <ac:cxnSpMk id="104" creationId="{52BBA10A-21FA-CFD4-7A2F-71E09310B0E2}"/>
          </ac:cxnSpMkLst>
        </pc:cxnChg>
        <pc:cxnChg chg="add mod">
          <ac:chgData name="Hemma Philamore" userId="db50e2f3-17b2-4cc0-b719-fb6254d3e9df" providerId="ADAL" clId="{35C0B9A2-A60C-57EC-AD9B-630767BE11FE}" dt="2025-11-20T10:55:22.304" v="528" actId="164"/>
          <ac:cxnSpMkLst>
            <pc:docMk/>
            <pc:sldMk cId="2055881703" sldId="256"/>
            <ac:cxnSpMk id="115" creationId="{A41AFC6E-AB1A-60A4-5299-D64AAA6BEA22}"/>
          </ac:cxnSpMkLst>
        </pc:cxnChg>
        <pc:cxnChg chg="add mod">
          <ac:chgData name="Hemma Philamore" userId="db50e2f3-17b2-4cc0-b719-fb6254d3e9df" providerId="ADAL" clId="{35C0B9A2-A60C-57EC-AD9B-630767BE11FE}" dt="2025-11-20T10:55:22.304" v="528" actId="164"/>
          <ac:cxnSpMkLst>
            <pc:docMk/>
            <pc:sldMk cId="2055881703" sldId="256"/>
            <ac:cxnSpMk id="118" creationId="{285143F3-B6EC-0563-5B2A-EC1531D96C5D}"/>
          </ac:cxnSpMkLst>
        </pc:cxnChg>
        <pc:cxnChg chg="add mod">
          <ac:chgData name="Hemma Philamore" userId="db50e2f3-17b2-4cc0-b719-fb6254d3e9df" providerId="ADAL" clId="{35C0B9A2-A60C-57EC-AD9B-630767BE11FE}" dt="2025-11-20T10:55:27.716" v="530" actId="164"/>
          <ac:cxnSpMkLst>
            <pc:docMk/>
            <pc:sldMk cId="2055881703" sldId="256"/>
            <ac:cxnSpMk id="121" creationId="{F237FABD-B7C9-05B5-CA13-D0C6D1B41743}"/>
          </ac:cxnSpMkLst>
        </pc:cxnChg>
        <pc:cxnChg chg="add mod">
          <ac:chgData name="Hemma Philamore" userId="db50e2f3-17b2-4cc0-b719-fb6254d3e9df" providerId="ADAL" clId="{35C0B9A2-A60C-57EC-AD9B-630767BE11FE}" dt="2025-11-20T10:55:27.716" v="530" actId="164"/>
          <ac:cxnSpMkLst>
            <pc:docMk/>
            <pc:sldMk cId="2055881703" sldId="256"/>
            <ac:cxnSpMk id="122" creationId="{7B925059-226C-361D-3565-43A5121596CA}"/>
          </ac:cxnSpMkLst>
        </pc:cxnChg>
        <pc:cxnChg chg="add mod">
          <ac:chgData name="Hemma Philamore" userId="db50e2f3-17b2-4cc0-b719-fb6254d3e9df" providerId="ADAL" clId="{35C0B9A2-A60C-57EC-AD9B-630767BE11FE}" dt="2025-11-20T10:55:27.716" v="530" actId="164"/>
          <ac:cxnSpMkLst>
            <pc:docMk/>
            <pc:sldMk cId="2055881703" sldId="256"/>
            <ac:cxnSpMk id="125" creationId="{70942A18-330D-8E8C-847C-8CB852D5233B}"/>
          </ac:cxnSpMkLst>
        </pc:cxnChg>
        <pc:cxnChg chg="add mod">
          <ac:chgData name="Hemma Philamore" userId="db50e2f3-17b2-4cc0-b719-fb6254d3e9df" providerId="ADAL" clId="{35C0B9A2-A60C-57EC-AD9B-630767BE11FE}" dt="2025-11-20T10:56:21.936" v="544" actId="1076"/>
          <ac:cxnSpMkLst>
            <pc:docMk/>
            <pc:sldMk cId="2055881703" sldId="256"/>
            <ac:cxnSpMk id="130" creationId="{6D589971-C856-01ED-B286-72C8BBFCA063}"/>
          </ac:cxnSpMkLst>
        </pc:cxnChg>
        <pc:cxnChg chg="add mod">
          <ac:chgData name="Hemma Philamore" userId="db50e2f3-17b2-4cc0-b719-fb6254d3e9df" providerId="ADAL" clId="{35C0B9A2-A60C-57EC-AD9B-630767BE11FE}" dt="2025-11-20T10:56:29.687" v="547" actId="1076"/>
          <ac:cxnSpMkLst>
            <pc:docMk/>
            <pc:sldMk cId="2055881703" sldId="256"/>
            <ac:cxnSpMk id="136" creationId="{A69A49EA-3D86-56C9-C3E0-048AD3BB55B9}"/>
          </ac:cxnSpMkLst>
        </pc:cxnChg>
        <pc:cxnChg chg="add del mod">
          <ac:chgData name="Hemma Philamore" userId="db50e2f3-17b2-4cc0-b719-fb6254d3e9df" providerId="ADAL" clId="{35C0B9A2-A60C-57EC-AD9B-630767BE11FE}" dt="2025-11-20T11:01:22.910" v="635" actId="478"/>
          <ac:cxnSpMkLst>
            <pc:docMk/>
            <pc:sldMk cId="2055881703" sldId="256"/>
            <ac:cxnSpMk id="151" creationId="{9E1AA743-DCB2-7424-BD80-E4070790B738}"/>
          </ac:cxnSpMkLst>
        </pc:cxnChg>
        <pc:cxnChg chg="add del mod">
          <ac:chgData name="Hemma Philamore" userId="db50e2f3-17b2-4cc0-b719-fb6254d3e9df" providerId="ADAL" clId="{35C0B9A2-A60C-57EC-AD9B-630767BE11FE}" dt="2025-11-20T11:01:23.598" v="636" actId="478"/>
          <ac:cxnSpMkLst>
            <pc:docMk/>
            <pc:sldMk cId="2055881703" sldId="256"/>
            <ac:cxnSpMk id="153" creationId="{7E729C39-DFD5-EB77-2D02-0088F6AC8E6E}"/>
          </ac:cxnSpMkLst>
        </pc:cxnChg>
        <pc:cxnChg chg="add del mod">
          <ac:chgData name="Hemma Philamore" userId="db50e2f3-17b2-4cc0-b719-fb6254d3e9df" providerId="ADAL" clId="{35C0B9A2-A60C-57EC-AD9B-630767BE11FE}" dt="2025-11-20T11:01:24.326" v="637" actId="478"/>
          <ac:cxnSpMkLst>
            <pc:docMk/>
            <pc:sldMk cId="2055881703" sldId="256"/>
            <ac:cxnSpMk id="155" creationId="{0AE5C6F3-F126-BCA9-524A-9D65C98338D7}"/>
          </ac:cxnSpMkLst>
        </pc:cxnChg>
        <pc:cxnChg chg="mod">
          <ac:chgData name="Hemma Philamore" userId="db50e2f3-17b2-4cc0-b719-fb6254d3e9df" providerId="ADAL" clId="{35C0B9A2-A60C-57EC-AD9B-630767BE11FE}" dt="2025-11-20T11:03:25.359" v="670" actId="14100"/>
          <ac:cxnSpMkLst>
            <pc:docMk/>
            <pc:sldMk cId="2055881703" sldId="256"/>
            <ac:cxnSpMk id="164" creationId="{65E71D2C-A502-04A0-D7B9-085567CFA387}"/>
          </ac:cxnSpMkLst>
        </pc:cxnChg>
        <pc:cxnChg chg="mod">
          <ac:chgData name="Hemma Philamore" userId="db50e2f3-17b2-4cc0-b719-fb6254d3e9df" providerId="ADAL" clId="{35C0B9A2-A60C-57EC-AD9B-630767BE11FE}" dt="2025-11-20T11:04:23.864" v="682" actId="1076"/>
          <ac:cxnSpMkLst>
            <pc:docMk/>
            <pc:sldMk cId="2055881703" sldId="256"/>
            <ac:cxnSpMk id="176" creationId="{004DAEC4-F304-35AE-2DD9-FD777493ED65}"/>
          </ac:cxnSpMkLst>
        </pc:cxnChg>
        <pc:cxnChg chg="mod">
          <ac:chgData name="Hemma Philamore" userId="db50e2f3-17b2-4cc0-b719-fb6254d3e9df" providerId="ADAL" clId="{35C0B9A2-A60C-57EC-AD9B-630767BE11FE}" dt="2025-11-20T11:04:02.726" v="677"/>
          <ac:cxnSpMkLst>
            <pc:docMk/>
            <pc:sldMk cId="2055881703" sldId="256"/>
            <ac:cxnSpMk id="177" creationId="{44E90D88-337A-7A4B-5BA3-43F7B94F273F}"/>
          </ac:cxnSpMkLst>
        </pc:cxnChg>
        <pc:cxnChg chg="mod topLvl">
          <ac:chgData name="Hemma Philamore" userId="db50e2f3-17b2-4cc0-b719-fb6254d3e9df" providerId="ADAL" clId="{35C0B9A2-A60C-57EC-AD9B-630767BE11FE}" dt="2025-11-20T11:17:02.099" v="777" actId="1076"/>
          <ac:cxnSpMkLst>
            <pc:docMk/>
            <pc:sldMk cId="2055881703" sldId="256"/>
            <ac:cxnSpMk id="195" creationId="{C943D3C3-4CDE-0431-BE97-E8A61359CF39}"/>
          </ac:cxnSpMkLst>
        </pc:cxnChg>
        <pc:cxnChg chg="mod topLvl">
          <ac:chgData name="Hemma Philamore" userId="db50e2f3-17b2-4cc0-b719-fb6254d3e9df" providerId="ADAL" clId="{35C0B9A2-A60C-57EC-AD9B-630767BE11FE}" dt="2025-11-20T11:16:51.457" v="774" actId="164"/>
          <ac:cxnSpMkLst>
            <pc:docMk/>
            <pc:sldMk cId="2055881703" sldId="256"/>
            <ac:cxnSpMk id="196" creationId="{F5430A0B-CF82-E6C8-9F8A-D340DE0021C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D6A1B-6BAC-7475-B076-6B3FA6462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9FD83-08F3-27F9-097C-8012C2EB2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3B8E4-873B-0D56-E612-7A5B60FB4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A68A3-C6C4-4958-7422-9561A95D0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99595-ECE4-0C40-9A59-4D71A0EFA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48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478E-362B-4DD5-EA16-C50EF4C0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FE8E5-C4D4-06B9-76C2-E27A1DE68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2E982-1990-D6BD-7FDE-482A7938A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7E494-2D5B-4A76-293F-67C64BC10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C692-CC57-B558-E75A-B6F038442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79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294FF-606C-8271-9F80-EE0887C05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445EF-BC54-7B84-3103-4FED86882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AE9B4-292A-5F85-EED5-12CED7FBB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6796A-2739-E9FB-1AA3-9D100F06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0FCC6-4815-4F2F-DA9D-D8806600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4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A8F00-68D9-1960-6F49-B3B729D49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629DA-9D3F-A62A-A41A-0A6A21402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FA22A-D2F8-B92B-F7FA-4CB7BDD57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04025-2D54-E6EA-85AE-4F96EC2BC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012B-DC4E-BCC3-8580-EC717E3BE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B0781-FC2F-8A85-6C5D-A8C23364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97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17BE8-BB4B-E153-D0F3-90432516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4E5AA-2DE9-1682-52EB-975A651FA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E6BAA-0054-A4F9-5BFD-926C10E8A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16018D-3EE1-32C9-41C9-A98083331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0F903C-0BB7-E185-91BD-3AEA1AAE06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B0CA64-F034-E029-2098-6DE46F5D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7E725-7E0D-590F-C64F-5E49CB174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1AF733-D825-A375-848F-16D66ACB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22EC6-05FF-1367-1C79-2A51AFDF1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85017-6766-BD89-45E6-F669FFFBE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362603-1616-A37A-C712-27C88FC6C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1C609-A1DB-6B7F-327D-DFB56CFFD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69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B9A5FC-D3C6-9F18-48DB-DEEA37118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B5DF5-48B4-C877-3873-641A7AB74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AA518-C69A-6075-B3A7-519B25B02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0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4D30-D257-986B-1AC9-E1DC8A03C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DE7A9-1612-4C1C-FF83-432DDE872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E999C-1E6B-EE66-9EB3-C4E487EDA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D14AC-E357-64D2-21E4-CB16327E0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65C0B-A05B-5D7F-B9C0-3C9A1F216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36229-F5FA-DB36-C065-0E9A88F8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0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2F29F-4D10-AC7C-DF93-8635B860D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8506B4-EA10-3015-59BE-26F359F84B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12724-8223-5F0F-DF6B-BAB34424D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5C27C-979F-0315-DF98-7EDEC0F01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E5F98-9AE7-CE8D-DF36-46D981C34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D3E6F-1E8B-EC35-43C8-F146E634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19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46769-35D9-4FCD-572F-23910508C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7D15B-8F5B-7A39-921B-A1A8F708A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216C2-3BA1-C799-4D0F-0D1DFD3E2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2A182-9042-A809-2881-2E5F27003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A8623-FF27-494A-7C9C-81BE87D4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75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25B578-1C1F-7729-7789-AAFF91203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B3C9D-93F9-79A2-C4F0-FDF559421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7190E-93DA-1D8C-23FF-890454560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39BA-54A7-0D48-93B9-3DB7468E8C1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63DD7-D6E5-D366-8689-572BAA192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C6F09-F8A3-F68E-7852-69C10A1D4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76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94A059-E67C-A906-8084-6C2739633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30EBA-3137-BDA5-358F-7F747FA55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C4EBC-2E01-B7EE-52C4-3F828A9CB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539BA-54A7-0D48-93B9-3DB7468E8C1A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4671D-49B3-D29F-458E-FC7D68FA1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0983A-3BDA-FAC7-6BEE-C3A3B797F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328E5C-9F02-654B-BA1A-39FB014E0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4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FBE6549-D519-7978-8C79-45C1CCF44A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86" t="36322" r="11363" b="12350"/>
          <a:stretch>
            <a:fillRect/>
          </a:stretch>
        </p:blipFill>
        <p:spPr>
          <a:xfrm>
            <a:off x="1494554" y="188244"/>
            <a:ext cx="3917092" cy="22489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60E0CE97-DD2D-18CC-926E-6ADE97B57EC4}"/>
              </a:ext>
            </a:extLst>
          </p:cNvPr>
          <p:cNvSpPr/>
          <p:nvPr/>
        </p:nvSpPr>
        <p:spPr>
          <a:xfrm>
            <a:off x="2491184" y="710357"/>
            <a:ext cx="1620000" cy="1620000"/>
          </a:xfrm>
          <a:prstGeom prst="ellipse">
            <a:avLst/>
          </a:prstGeom>
          <a:solidFill>
            <a:schemeClr val="bg1">
              <a:lumMod val="50000"/>
              <a:alpha val="18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08C697-452B-18F4-0A68-07969A8A41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86" t="36322" r="11363" b="12350"/>
          <a:stretch>
            <a:fillRect/>
          </a:stretch>
        </p:blipFill>
        <p:spPr>
          <a:xfrm>
            <a:off x="6793113" y="188244"/>
            <a:ext cx="3917092" cy="224893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A2D803-B696-E12A-8C6D-559ECA86B8E1}"/>
              </a:ext>
            </a:extLst>
          </p:cNvPr>
          <p:cNvCxnSpPr>
            <a:cxnSpLocks/>
          </p:cNvCxnSpPr>
          <p:nvPr/>
        </p:nvCxnSpPr>
        <p:spPr>
          <a:xfrm>
            <a:off x="8162068" y="615930"/>
            <a:ext cx="440254" cy="90442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8C849EA-9237-8EDA-598E-6BA8075F3426}"/>
              </a:ext>
            </a:extLst>
          </p:cNvPr>
          <p:cNvCxnSpPr>
            <a:cxnSpLocks/>
          </p:cNvCxnSpPr>
          <p:nvPr/>
        </p:nvCxnSpPr>
        <p:spPr>
          <a:xfrm flipH="1">
            <a:off x="8599692" y="615930"/>
            <a:ext cx="151967" cy="89248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B206A3C-028A-6A69-9951-0FB7A3B526DB}"/>
              </a:ext>
            </a:extLst>
          </p:cNvPr>
          <p:cNvCxnSpPr>
            <a:cxnSpLocks/>
          </p:cNvCxnSpPr>
          <p:nvPr/>
        </p:nvCxnSpPr>
        <p:spPr>
          <a:xfrm flipH="1" flipV="1">
            <a:off x="7792853" y="1074112"/>
            <a:ext cx="806839" cy="44624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e 34">
            <a:extLst>
              <a:ext uri="{FF2B5EF4-FFF2-40B4-BE49-F238E27FC236}">
                <a16:creationId xmlns:a16="http://schemas.microsoft.com/office/drawing/2014/main" id="{7B5CDB9E-62C5-1CD0-7B04-4B5F37B27EB4}"/>
              </a:ext>
            </a:extLst>
          </p:cNvPr>
          <p:cNvSpPr/>
          <p:nvPr/>
        </p:nvSpPr>
        <p:spPr>
          <a:xfrm>
            <a:off x="8329692" y="1238419"/>
            <a:ext cx="540000" cy="540000"/>
          </a:xfrm>
          <a:prstGeom prst="pie">
            <a:avLst>
              <a:gd name="adj1" fmla="val 12522671"/>
              <a:gd name="adj2" fmla="val 14593942"/>
            </a:avLst>
          </a:prstGeom>
          <a:solidFill>
            <a:schemeClr val="bg1">
              <a:lumMod val="65000"/>
              <a:alpha val="33349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Pie 35">
            <a:extLst>
              <a:ext uri="{FF2B5EF4-FFF2-40B4-BE49-F238E27FC236}">
                <a16:creationId xmlns:a16="http://schemas.microsoft.com/office/drawing/2014/main" id="{CC6EA5C2-DF3F-D956-D702-55D7F2321D82}"/>
              </a:ext>
            </a:extLst>
          </p:cNvPr>
          <p:cNvSpPr/>
          <p:nvPr/>
        </p:nvSpPr>
        <p:spPr>
          <a:xfrm>
            <a:off x="8329692" y="1238419"/>
            <a:ext cx="540000" cy="540000"/>
          </a:xfrm>
          <a:prstGeom prst="pie">
            <a:avLst>
              <a:gd name="adj1" fmla="val 14694762"/>
              <a:gd name="adj2" fmla="val 16820720"/>
            </a:avLst>
          </a:prstGeom>
          <a:solidFill>
            <a:schemeClr val="bg1">
              <a:lumMod val="65000"/>
              <a:alpha val="33349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7F811E5-8FE7-C7B1-1D93-857A899DA576}"/>
                  </a:ext>
                </a:extLst>
              </p:cNvPr>
              <p:cNvSpPr txBox="1"/>
              <p:nvPr/>
            </p:nvSpPr>
            <p:spPr>
              <a:xfrm>
                <a:off x="8599692" y="345930"/>
                <a:ext cx="715004" cy="2244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/>
                  <a:t> radians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7F811E5-8FE7-C7B1-1D93-857A899DA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692" y="345930"/>
                <a:ext cx="715004" cy="224485"/>
              </a:xfrm>
              <a:prstGeom prst="rect">
                <a:avLst/>
              </a:prstGeom>
              <a:blipFill>
                <a:blip r:embed="rId3"/>
                <a:stretch>
                  <a:fillRect l="-7018" t="-10526" r="-10526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64E06A8-7E80-1EB9-53E1-4B0477B2B535}"/>
                  </a:ext>
                </a:extLst>
              </p:cNvPr>
              <p:cNvSpPr txBox="1"/>
              <p:nvPr/>
            </p:nvSpPr>
            <p:spPr>
              <a:xfrm>
                <a:off x="7164133" y="900169"/>
                <a:ext cx="715004" cy="2244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/>
                  <a:t> radians</a:t>
                </a: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64E06A8-7E80-1EB9-53E1-4B0477B2B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133" y="900169"/>
                <a:ext cx="715004" cy="224485"/>
              </a:xfrm>
              <a:prstGeom prst="rect">
                <a:avLst/>
              </a:prstGeom>
              <a:blipFill>
                <a:blip r:embed="rId4"/>
                <a:stretch>
                  <a:fillRect l="-3509" t="-11111" r="-10526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7888FCC-35C8-8476-CD56-DD66847117B6}"/>
                  </a:ext>
                </a:extLst>
              </p:cNvPr>
              <p:cNvSpPr txBox="1"/>
              <p:nvPr/>
            </p:nvSpPr>
            <p:spPr>
              <a:xfrm>
                <a:off x="7879137" y="431111"/>
                <a:ext cx="56586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10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/>
                  <a:t>radians</a:t>
                </a: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7888FCC-35C8-8476-CD56-DD6684711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137" y="431111"/>
                <a:ext cx="565861" cy="169277"/>
              </a:xfrm>
              <a:prstGeom prst="rect">
                <a:avLst/>
              </a:prstGeom>
              <a:blipFill>
                <a:blip r:embed="rId5"/>
                <a:stretch>
                  <a:fillRect l="-8889" t="-28571" r="-15556" b="-4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01AE3DB-03C1-C544-81CE-3DA73AA52629}"/>
              </a:ext>
            </a:extLst>
          </p:cNvPr>
          <p:cNvCxnSpPr>
            <a:cxnSpLocks/>
          </p:cNvCxnSpPr>
          <p:nvPr/>
        </p:nvCxnSpPr>
        <p:spPr>
          <a:xfrm>
            <a:off x="7761092" y="1160909"/>
            <a:ext cx="799587" cy="421927"/>
          </a:xfrm>
          <a:prstGeom prst="straightConnector1">
            <a:avLst/>
          </a:prstGeom>
          <a:ln w="6350">
            <a:solidFill>
              <a:schemeClr val="tx1"/>
            </a:solidFill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96BBBEF-DDD2-260A-6642-AAF99653D558}"/>
                  </a:ext>
                </a:extLst>
              </p:cNvPr>
              <p:cNvSpPr txBox="1"/>
              <p:nvPr/>
            </p:nvSpPr>
            <p:spPr>
              <a:xfrm rot="1709088">
                <a:off x="7902943" y="1373958"/>
                <a:ext cx="535275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90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900" b="0" i="1" smtClean="0">
                        <a:latin typeface="Cambria Math" panose="02040503050406030204" pitchFamily="18" charset="0"/>
                      </a:rPr>
                      <m:t>00 </m:t>
                    </m:r>
                  </m:oMath>
                </a14:m>
                <a:r>
                  <a:rPr lang="en-US" sz="900"/>
                  <a:t>mm</a:t>
                </a: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96BBBEF-DDD2-260A-6642-AAF99653D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09088">
                <a:off x="7902943" y="1373958"/>
                <a:ext cx="535275" cy="138499"/>
              </a:xfrm>
              <a:prstGeom prst="rect">
                <a:avLst/>
              </a:prstGeom>
              <a:blipFill>
                <a:blip r:embed="rId6"/>
                <a:stretch>
                  <a:fillRect l="-6977" t="-3226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EEA1CA30-B8FB-FE68-CEE3-E7126C2431BD}"/>
              </a:ext>
            </a:extLst>
          </p:cNvPr>
          <p:cNvGrpSpPr/>
          <p:nvPr/>
        </p:nvGrpSpPr>
        <p:grpSpPr>
          <a:xfrm>
            <a:off x="3946927" y="3440092"/>
            <a:ext cx="951876" cy="904427"/>
            <a:chOff x="2765685" y="4567151"/>
            <a:chExt cx="951876" cy="904427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66D8118-2718-AAA8-38A7-83275575D318}"/>
                </a:ext>
              </a:extLst>
            </p:cNvPr>
            <p:cNvCxnSpPr>
              <a:cxnSpLocks/>
            </p:cNvCxnSpPr>
            <p:nvPr/>
          </p:nvCxnSpPr>
          <p:spPr>
            <a:xfrm>
              <a:off x="2962977" y="4567151"/>
              <a:ext cx="440254" cy="90442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0C822D5-2BC3-CD28-1168-BB36C2CAABCA}"/>
                </a:ext>
              </a:extLst>
            </p:cNvPr>
            <p:cNvCxnSpPr/>
            <p:nvPr/>
          </p:nvCxnSpPr>
          <p:spPr>
            <a:xfrm>
              <a:off x="2765685" y="4759377"/>
              <a:ext cx="951876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C184240A-D570-C811-1CA7-8288BBE6D7A8}"/>
              </a:ext>
            </a:extLst>
          </p:cNvPr>
          <p:cNvSpPr txBox="1"/>
          <p:nvPr/>
        </p:nvSpPr>
        <p:spPr>
          <a:xfrm>
            <a:off x="9414802" y="4792683"/>
            <a:ext cx="453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C1D912B4-04FE-AE8D-414C-940E84C53DE4}"/>
                  </a:ext>
                </a:extLst>
              </p:cNvPr>
              <p:cNvSpPr txBox="1"/>
              <p:nvPr/>
            </p:nvSpPr>
            <p:spPr>
              <a:xfrm>
                <a:off x="4588347" y="4373125"/>
                <a:ext cx="18024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C1D912B4-04FE-AE8D-414C-940E84C53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347" y="4373125"/>
                <a:ext cx="180241" cy="184666"/>
              </a:xfrm>
              <a:prstGeom prst="rect">
                <a:avLst/>
              </a:prstGeom>
              <a:blipFill>
                <a:blip r:embed="rId7"/>
                <a:stretch>
                  <a:fillRect l="-20000" r="-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9636BE3-017E-011B-4DC2-6C7003A7C0B7}"/>
                  </a:ext>
                </a:extLst>
              </p:cNvPr>
              <p:cNvSpPr txBox="1"/>
              <p:nvPr/>
            </p:nvSpPr>
            <p:spPr>
              <a:xfrm>
                <a:off x="3946927" y="3183760"/>
                <a:ext cx="1838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9636BE3-017E-011B-4DC2-6C7003A7C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927" y="3183760"/>
                <a:ext cx="183832" cy="184666"/>
              </a:xfrm>
              <a:prstGeom prst="rect">
                <a:avLst/>
              </a:prstGeom>
              <a:blipFill>
                <a:blip r:embed="rId8"/>
                <a:stretch>
                  <a:fillRect l="-1875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7F7DD150-EFCB-CF92-3A0D-52D154B3C4C7}"/>
                  </a:ext>
                </a:extLst>
              </p:cNvPr>
              <p:cNvSpPr txBox="1"/>
              <p:nvPr/>
            </p:nvSpPr>
            <p:spPr>
              <a:xfrm>
                <a:off x="3667828" y="3515231"/>
                <a:ext cx="1999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7F7DD150-EFCB-CF92-3A0D-52D154B3C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828" y="3515231"/>
                <a:ext cx="199927" cy="184666"/>
              </a:xfrm>
              <a:prstGeom prst="rect">
                <a:avLst/>
              </a:prstGeom>
              <a:blipFill>
                <a:blip r:embed="rId9"/>
                <a:stretch>
                  <a:fillRect l="-23529" r="-588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18B7952A-65FE-3155-F900-858FFFE37391}"/>
                  </a:ext>
                </a:extLst>
              </p:cNvPr>
              <p:cNvSpPr txBox="1"/>
              <p:nvPr/>
            </p:nvSpPr>
            <p:spPr>
              <a:xfrm>
                <a:off x="4940709" y="3515789"/>
                <a:ext cx="2035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18B7952A-65FE-3155-F900-858FFFE37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709" y="3515789"/>
                <a:ext cx="203517" cy="184666"/>
              </a:xfrm>
              <a:prstGeom prst="rect">
                <a:avLst/>
              </a:prstGeom>
              <a:blipFill>
                <a:blip r:embed="rId10"/>
                <a:stretch>
                  <a:fillRect l="-22222" r="-55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Oval 157">
            <a:extLst>
              <a:ext uri="{FF2B5EF4-FFF2-40B4-BE49-F238E27FC236}">
                <a16:creationId xmlns:a16="http://schemas.microsoft.com/office/drawing/2014/main" id="{84582470-0EEB-E66A-178A-F2E075E5495E}"/>
              </a:ext>
            </a:extLst>
          </p:cNvPr>
          <p:cNvSpPr/>
          <p:nvPr/>
        </p:nvSpPr>
        <p:spPr>
          <a:xfrm>
            <a:off x="3913611" y="3596318"/>
            <a:ext cx="72000" cy="72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633A17CD-A03E-7222-E108-CC4C5EDF0EAB}"/>
              </a:ext>
            </a:extLst>
          </p:cNvPr>
          <p:cNvSpPr/>
          <p:nvPr/>
        </p:nvSpPr>
        <p:spPr>
          <a:xfrm>
            <a:off x="4842450" y="3596318"/>
            <a:ext cx="72000" cy="72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3C68C252-B471-396C-466C-59C57439D82B}"/>
              </a:ext>
            </a:extLst>
          </p:cNvPr>
          <p:cNvSpPr/>
          <p:nvPr/>
        </p:nvSpPr>
        <p:spPr>
          <a:xfrm>
            <a:off x="4108219" y="3404426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DD3E4F3D-EB3D-8A11-C300-BE4056FA9AFD}"/>
              </a:ext>
            </a:extLst>
          </p:cNvPr>
          <p:cNvSpPr/>
          <p:nvPr/>
        </p:nvSpPr>
        <p:spPr>
          <a:xfrm>
            <a:off x="4554948" y="4308519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75F5B84-092F-7D56-FC28-D6FEFC625480}"/>
              </a:ext>
            </a:extLst>
          </p:cNvPr>
          <p:cNvGrpSpPr/>
          <p:nvPr/>
        </p:nvGrpSpPr>
        <p:grpSpPr>
          <a:xfrm>
            <a:off x="672165" y="4535664"/>
            <a:ext cx="754803" cy="1521501"/>
            <a:chOff x="2648428" y="3950077"/>
            <a:chExt cx="754803" cy="1521501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BEDB6ED4-0578-7510-8AF4-B7509CC3BED2}"/>
                </a:ext>
              </a:extLst>
            </p:cNvPr>
            <p:cNvCxnSpPr>
              <a:cxnSpLocks/>
            </p:cNvCxnSpPr>
            <p:nvPr/>
          </p:nvCxnSpPr>
          <p:spPr>
            <a:xfrm>
              <a:off x="2962977" y="4567151"/>
              <a:ext cx="440254" cy="90442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65E71D2C-A502-04A0-D7B9-085567CFA387}"/>
                </a:ext>
              </a:extLst>
            </p:cNvPr>
            <p:cNvCxnSpPr>
              <a:cxnSpLocks/>
            </p:cNvCxnSpPr>
            <p:nvPr/>
          </p:nvCxnSpPr>
          <p:spPr>
            <a:xfrm>
              <a:off x="2648428" y="3950077"/>
              <a:ext cx="474870" cy="97643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73051262-A936-D79E-0DE7-C7DBA5F496F8}"/>
                  </a:ext>
                </a:extLst>
              </p:cNvPr>
              <p:cNvSpPr txBox="1"/>
              <p:nvPr/>
            </p:nvSpPr>
            <p:spPr>
              <a:xfrm>
                <a:off x="1307322" y="6092831"/>
                <a:ext cx="18024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73051262-A936-D79E-0DE7-C7DBA5F49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322" y="6092831"/>
                <a:ext cx="180241" cy="184666"/>
              </a:xfrm>
              <a:prstGeom prst="rect">
                <a:avLst/>
              </a:prstGeom>
              <a:blipFill>
                <a:blip r:embed="rId11"/>
                <a:stretch>
                  <a:fillRect l="-1875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9ABAA755-24B4-E4BB-D190-E0F90F93CA89}"/>
                  </a:ext>
                </a:extLst>
              </p:cNvPr>
              <p:cNvSpPr txBox="1"/>
              <p:nvPr/>
            </p:nvSpPr>
            <p:spPr>
              <a:xfrm>
                <a:off x="777651" y="5125028"/>
                <a:ext cx="1838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9ABAA755-24B4-E4BB-D190-E0F90F93C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51" y="5125028"/>
                <a:ext cx="183832" cy="184666"/>
              </a:xfrm>
              <a:prstGeom prst="rect">
                <a:avLst/>
              </a:prstGeom>
              <a:blipFill>
                <a:blip r:embed="rId12"/>
                <a:stretch>
                  <a:fillRect l="-20000" r="-1333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F503C6A3-B34E-450B-318A-5CA6D2A1F66B}"/>
                  </a:ext>
                </a:extLst>
              </p:cNvPr>
              <p:cNvSpPr txBox="1"/>
              <p:nvPr/>
            </p:nvSpPr>
            <p:spPr>
              <a:xfrm>
                <a:off x="992492" y="5488946"/>
                <a:ext cx="1999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F503C6A3-B34E-450B-318A-5CA6D2A1F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492" y="5488946"/>
                <a:ext cx="199927" cy="184666"/>
              </a:xfrm>
              <a:prstGeom prst="rect">
                <a:avLst/>
              </a:prstGeom>
              <a:blipFill>
                <a:blip r:embed="rId13"/>
                <a:stretch>
                  <a:fillRect l="-23529" r="-588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1C342195-3F69-6A53-0A9A-DC6E3BE4406F}"/>
                  </a:ext>
                </a:extLst>
              </p:cNvPr>
              <p:cNvSpPr txBox="1"/>
              <p:nvPr/>
            </p:nvSpPr>
            <p:spPr>
              <a:xfrm>
                <a:off x="509036" y="4544133"/>
                <a:ext cx="2035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1C342195-3F69-6A53-0A9A-DC6E3BE44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36" y="4544133"/>
                <a:ext cx="203517" cy="184666"/>
              </a:xfrm>
              <a:prstGeom prst="rect">
                <a:avLst/>
              </a:prstGeom>
              <a:blipFill>
                <a:blip r:embed="rId14"/>
                <a:stretch>
                  <a:fillRect l="-23529" r="-5882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Oval 168">
            <a:extLst>
              <a:ext uri="{FF2B5EF4-FFF2-40B4-BE49-F238E27FC236}">
                <a16:creationId xmlns:a16="http://schemas.microsoft.com/office/drawing/2014/main" id="{A9F01133-3EA8-50FE-CD03-F1B8AAA1DA19}"/>
              </a:ext>
            </a:extLst>
          </p:cNvPr>
          <p:cNvSpPr/>
          <p:nvPr/>
        </p:nvSpPr>
        <p:spPr>
          <a:xfrm>
            <a:off x="626781" y="4476554"/>
            <a:ext cx="72000" cy="72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91789995-E92A-A125-D1DA-FB188C0C34A8}"/>
              </a:ext>
            </a:extLst>
          </p:cNvPr>
          <p:cNvSpPr/>
          <p:nvPr/>
        </p:nvSpPr>
        <p:spPr>
          <a:xfrm>
            <a:off x="1111035" y="5466848"/>
            <a:ext cx="72000" cy="72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40D516DC-F3D5-6943-38FD-C6D60482DAC8}"/>
              </a:ext>
            </a:extLst>
          </p:cNvPr>
          <p:cNvSpPr/>
          <p:nvPr/>
        </p:nvSpPr>
        <p:spPr>
          <a:xfrm>
            <a:off x="950714" y="5117072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6F0A9ECA-2884-E143-83EF-E771B8E98069}"/>
              </a:ext>
            </a:extLst>
          </p:cNvPr>
          <p:cNvSpPr/>
          <p:nvPr/>
        </p:nvSpPr>
        <p:spPr>
          <a:xfrm>
            <a:off x="1397443" y="6021165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6A069227-46EA-28D3-FAF3-4BF38A863E57}"/>
              </a:ext>
            </a:extLst>
          </p:cNvPr>
          <p:cNvGrpSpPr/>
          <p:nvPr/>
        </p:nvGrpSpPr>
        <p:grpSpPr>
          <a:xfrm>
            <a:off x="2491184" y="4446811"/>
            <a:ext cx="982287" cy="2006615"/>
            <a:chOff x="2648428" y="3950077"/>
            <a:chExt cx="982287" cy="2006615"/>
          </a:xfrm>
        </p:grpSpPr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004DAEC4-F304-35AE-2DD9-FD777493ED6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461" y="5052265"/>
              <a:ext cx="440254" cy="90442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44E90D88-337A-7A4B-5BA3-43F7B94F273F}"/>
                </a:ext>
              </a:extLst>
            </p:cNvPr>
            <p:cNvCxnSpPr>
              <a:cxnSpLocks/>
            </p:cNvCxnSpPr>
            <p:nvPr/>
          </p:nvCxnSpPr>
          <p:spPr>
            <a:xfrm>
              <a:off x="2648428" y="3950077"/>
              <a:ext cx="474870" cy="97643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79E5E840-4382-14EF-C5A3-8A4E0D42E6C5}"/>
                  </a:ext>
                </a:extLst>
              </p:cNvPr>
              <p:cNvSpPr txBox="1"/>
              <p:nvPr/>
            </p:nvSpPr>
            <p:spPr>
              <a:xfrm>
                <a:off x="3257110" y="6379093"/>
                <a:ext cx="18024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79E5E840-4382-14EF-C5A3-8A4E0D42E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110" y="6379093"/>
                <a:ext cx="180241" cy="184666"/>
              </a:xfrm>
              <a:prstGeom prst="rect">
                <a:avLst/>
              </a:prstGeom>
              <a:blipFill>
                <a:blip r:embed="rId15"/>
                <a:stretch>
                  <a:fillRect l="-20000" r="-1333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BE81F596-AD64-E05A-6FA2-F53D768E27DE}"/>
                  </a:ext>
                </a:extLst>
              </p:cNvPr>
              <p:cNvSpPr txBox="1"/>
              <p:nvPr/>
            </p:nvSpPr>
            <p:spPr>
              <a:xfrm>
                <a:off x="2807099" y="5499725"/>
                <a:ext cx="1838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BE81F596-AD64-E05A-6FA2-F53D768E2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099" y="5499725"/>
                <a:ext cx="183832" cy="184666"/>
              </a:xfrm>
              <a:prstGeom prst="rect">
                <a:avLst/>
              </a:prstGeom>
              <a:blipFill>
                <a:blip r:embed="rId16"/>
                <a:stretch>
                  <a:fillRect l="-1875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5BB976AC-9DE3-955D-B409-D5FC6D95421E}"/>
                  </a:ext>
                </a:extLst>
              </p:cNvPr>
              <p:cNvSpPr txBox="1"/>
              <p:nvPr/>
            </p:nvSpPr>
            <p:spPr>
              <a:xfrm>
                <a:off x="2730111" y="5298799"/>
                <a:ext cx="1999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5BB976AC-9DE3-955D-B409-D5FC6D954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111" y="5298799"/>
                <a:ext cx="199927" cy="184666"/>
              </a:xfrm>
              <a:prstGeom prst="rect">
                <a:avLst/>
              </a:prstGeom>
              <a:blipFill>
                <a:blip r:embed="rId17"/>
                <a:stretch>
                  <a:fillRect l="-25000" r="-6250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ED3F161E-603D-5855-EDC8-C34997EA9AFF}"/>
                  </a:ext>
                </a:extLst>
              </p:cNvPr>
              <p:cNvSpPr txBox="1"/>
              <p:nvPr/>
            </p:nvSpPr>
            <p:spPr>
              <a:xfrm>
                <a:off x="2328055" y="4455280"/>
                <a:ext cx="2035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ED3F161E-603D-5855-EDC8-C34997EA9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055" y="4455280"/>
                <a:ext cx="203517" cy="184666"/>
              </a:xfrm>
              <a:prstGeom prst="rect">
                <a:avLst/>
              </a:prstGeom>
              <a:blipFill>
                <a:blip r:embed="rId18"/>
                <a:stretch>
                  <a:fillRect l="-23529" r="-588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Oval 181">
            <a:extLst>
              <a:ext uri="{FF2B5EF4-FFF2-40B4-BE49-F238E27FC236}">
                <a16:creationId xmlns:a16="http://schemas.microsoft.com/office/drawing/2014/main" id="{5B0824A6-7ACA-C005-A383-7480DECD7EA8}"/>
              </a:ext>
            </a:extLst>
          </p:cNvPr>
          <p:cNvSpPr/>
          <p:nvPr/>
        </p:nvSpPr>
        <p:spPr>
          <a:xfrm>
            <a:off x="2445800" y="4387701"/>
            <a:ext cx="72000" cy="72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7DC98C5A-CEA4-BD4A-13BF-F6300D0EF003}"/>
              </a:ext>
            </a:extLst>
          </p:cNvPr>
          <p:cNvSpPr/>
          <p:nvPr/>
        </p:nvSpPr>
        <p:spPr>
          <a:xfrm>
            <a:off x="2930054" y="5377995"/>
            <a:ext cx="72000" cy="72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87807A0D-BB39-57D6-5375-D647E12003F4}"/>
              </a:ext>
            </a:extLst>
          </p:cNvPr>
          <p:cNvSpPr/>
          <p:nvPr/>
        </p:nvSpPr>
        <p:spPr>
          <a:xfrm>
            <a:off x="3005026" y="5520130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87C958C5-6DDC-69AF-9537-EAB353E850C1}"/>
              </a:ext>
            </a:extLst>
          </p:cNvPr>
          <p:cNvSpPr/>
          <p:nvPr/>
        </p:nvSpPr>
        <p:spPr>
          <a:xfrm>
            <a:off x="3437471" y="6417426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0DB04B9-3774-E353-ED89-26BC7CB0789D}"/>
              </a:ext>
            </a:extLst>
          </p:cNvPr>
          <p:cNvGrpSpPr/>
          <p:nvPr/>
        </p:nvGrpSpPr>
        <p:grpSpPr>
          <a:xfrm>
            <a:off x="7740871" y="5061170"/>
            <a:ext cx="4429904" cy="1758452"/>
            <a:chOff x="6878031" y="3828490"/>
            <a:chExt cx="4429904" cy="1758452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846CE7DB-EE05-C5C1-E4D3-5787214C4855}"/>
                </a:ext>
              </a:extLst>
            </p:cNvPr>
            <p:cNvGrpSpPr/>
            <p:nvPr/>
          </p:nvGrpSpPr>
          <p:grpSpPr>
            <a:xfrm>
              <a:off x="7024976" y="4051489"/>
              <a:ext cx="835584" cy="1012427"/>
              <a:chOff x="9771893" y="4060937"/>
              <a:chExt cx="835584" cy="1012427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B9B60649-FEB6-60E8-713C-4CF2679B96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0998" y="4200494"/>
                <a:ext cx="351149" cy="73088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BA212C20-9017-D351-E435-3EA27BDAE880}"/>
                  </a:ext>
                </a:extLst>
              </p:cNvPr>
              <p:cNvSpPr/>
              <p:nvPr/>
            </p:nvSpPr>
            <p:spPr>
              <a:xfrm>
                <a:off x="10212147" y="4965364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755524AC-2D41-9852-186E-7B8DD8F65B97}"/>
                  </a:ext>
                </a:extLst>
              </p:cNvPr>
              <p:cNvSpPr/>
              <p:nvPr/>
            </p:nvSpPr>
            <p:spPr>
              <a:xfrm>
                <a:off x="9771893" y="4060937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5B6DD94F-1C69-5F0D-6BE3-AABE90845ED3}"/>
                  </a:ext>
                </a:extLst>
              </p:cNvPr>
              <p:cNvSpPr/>
              <p:nvPr/>
            </p:nvSpPr>
            <p:spPr>
              <a:xfrm>
                <a:off x="10499477" y="4253163"/>
                <a:ext cx="108000" cy="10800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A41AFC6E-AB1A-60A4-5299-D64AAA6BEA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926374" y="4168937"/>
                <a:ext cx="546103" cy="9618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285143F3-B6EC-0563-5B2A-EC1531D96C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01003" y="4395150"/>
                <a:ext cx="198474" cy="53622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C964BE04-B984-584E-B9AC-09ED2F4375F1}"/>
                </a:ext>
              </a:extLst>
            </p:cNvPr>
            <p:cNvGrpSpPr/>
            <p:nvPr/>
          </p:nvGrpSpPr>
          <p:grpSpPr>
            <a:xfrm>
              <a:off x="8869997" y="4026034"/>
              <a:ext cx="745546" cy="1012427"/>
              <a:chOff x="7880779" y="4072894"/>
              <a:chExt cx="745546" cy="1012427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8907CBF1-81E1-58E1-5311-4214CA857A51}"/>
                  </a:ext>
                </a:extLst>
              </p:cNvPr>
              <p:cNvSpPr/>
              <p:nvPr/>
            </p:nvSpPr>
            <p:spPr>
              <a:xfrm>
                <a:off x="8518325" y="4977321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5A82E9F3-14D7-1A03-66CB-2293CA26106B}"/>
                  </a:ext>
                </a:extLst>
              </p:cNvPr>
              <p:cNvSpPr/>
              <p:nvPr/>
            </p:nvSpPr>
            <p:spPr>
              <a:xfrm>
                <a:off x="8078071" y="4072894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574A52BE-3A75-7A84-952F-44730140046B}"/>
                  </a:ext>
                </a:extLst>
              </p:cNvPr>
              <p:cNvSpPr/>
              <p:nvPr/>
            </p:nvSpPr>
            <p:spPr>
              <a:xfrm>
                <a:off x="7880779" y="4265120"/>
                <a:ext cx="108000" cy="10800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F237FABD-B7C9-05B5-CA13-D0C6D1B417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77606" y="4217028"/>
                <a:ext cx="359614" cy="73088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7B925059-226C-361D-3565-43A5121596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88779" y="4182609"/>
                <a:ext cx="99971" cy="93318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70942A18-330D-8E8C-847C-8CB852D523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988779" y="4395150"/>
                <a:ext cx="487071" cy="60990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9F4F5933-E2EA-6B1A-5B63-528E42B2F558}"/>
                </a:ext>
              </a:extLst>
            </p:cNvPr>
            <p:cNvSpPr/>
            <p:nvPr/>
          </p:nvSpPr>
          <p:spPr>
            <a:xfrm>
              <a:off x="10948636" y="496536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D589971-C856-01ED-B286-72C8BBFCA063}"/>
                </a:ext>
              </a:extLst>
            </p:cNvPr>
            <p:cNvCxnSpPr>
              <a:cxnSpLocks/>
            </p:cNvCxnSpPr>
            <p:nvPr/>
          </p:nvCxnSpPr>
          <p:spPr>
            <a:xfrm>
              <a:off x="10726582" y="4583756"/>
              <a:ext cx="210861" cy="34462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806D719-D4A1-834F-726B-36246C3FE2FB}"/>
                </a:ext>
              </a:extLst>
            </p:cNvPr>
            <p:cNvSpPr/>
            <p:nvPr/>
          </p:nvSpPr>
          <p:spPr>
            <a:xfrm>
              <a:off x="10618582" y="4441168"/>
              <a:ext cx="108000" cy="108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A901687B-BB95-6877-11D4-9044C652E42B}"/>
                </a:ext>
              </a:extLst>
            </p:cNvPr>
            <p:cNvSpPr/>
            <p:nvPr/>
          </p:nvSpPr>
          <p:spPr>
            <a:xfrm>
              <a:off x="10299721" y="3918034"/>
              <a:ext cx="108000" cy="10800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A69A49EA-3D86-56C9-C3E0-048AD3BB55B9}"/>
                </a:ext>
              </a:extLst>
            </p:cNvPr>
            <p:cNvCxnSpPr>
              <a:cxnSpLocks/>
            </p:cNvCxnSpPr>
            <p:nvPr/>
          </p:nvCxnSpPr>
          <p:spPr>
            <a:xfrm>
              <a:off x="10407721" y="4061288"/>
              <a:ext cx="210861" cy="34462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0610DE0E-9640-6D88-FAA1-02F654367001}"/>
                </a:ext>
              </a:extLst>
            </p:cNvPr>
            <p:cNvSpPr txBox="1"/>
            <p:nvPr/>
          </p:nvSpPr>
          <p:spPr>
            <a:xfrm>
              <a:off x="7394206" y="5027930"/>
              <a:ext cx="453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A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0E0FC26D-5518-1BE3-15AA-742813F0402B}"/>
                </a:ext>
              </a:extLst>
            </p:cNvPr>
            <p:cNvSpPr txBox="1"/>
            <p:nvPr/>
          </p:nvSpPr>
          <p:spPr>
            <a:xfrm>
              <a:off x="6878031" y="3828490"/>
              <a:ext cx="453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B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2C360369-67C1-4F1C-B8EA-DE7ABD95EEAC}"/>
                </a:ext>
              </a:extLst>
            </p:cNvPr>
            <p:cNvSpPr txBox="1"/>
            <p:nvPr/>
          </p:nvSpPr>
          <p:spPr>
            <a:xfrm>
              <a:off x="7744329" y="4026034"/>
              <a:ext cx="453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C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62C9EE40-C49A-B85F-2443-F4D90C8FF3B9}"/>
                </a:ext>
              </a:extLst>
            </p:cNvPr>
            <p:cNvSpPr txBox="1"/>
            <p:nvPr/>
          </p:nvSpPr>
          <p:spPr>
            <a:xfrm>
              <a:off x="9445031" y="5002475"/>
              <a:ext cx="453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A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5202DC0-ABA9-D8E5-0B09-CF2DD84557F6}"/>
                </a:ext>
              </a:extLst>
            </p:cNvPr>
            <p:cNvSpPr txBox="1"/>
            <p:nvPr/>
          </p:nvSpPr>
          <p:spPr>
            <a:xfrm>
              <a:off x="8632204" y="4218260"/>
              <a:ext cx="453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C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C635F0BA-EE39-CB85-06DF-0465133008AC}"/>
                </a:ext>
              </a:extLst>
            </p:cNvPr>
            <p:cNvSpPr txBox="1"/>
            <p:nvPr/>
          </p:nvSpPr>
          <p:spPr>
            <a:xfrm>
              <a:off x="10854141" y="5063916"/>
              <a:ext cx="453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A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33290139-0808-1A17-2513-68092AA2C4BA}"/>
                </a:ext>
              </a:extLst>
            </p:cNvPr>
            <p:cNvSpPr txBox="1"/>
            <p:nvPr/>
          </p:nvSpPr>
          <p:spPr>
            <a:xfrm>
              <a:off x="10445685" y="4478436"/>
              <a:ext cx="453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B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C8E88E4-67B7-6EF3-807F-32A2D34AE4E1}"/>
                </a:ext>
              </a:extLst>
            </p:cNvPr>
            <p:cNvSpPr txBox="1"/>
            <p:nvPr/>
          </p:nvSpPr>
          <p:spPr>
            <a:xfrm>
              <a:off x="10122151" y="3962426"/>
              <a:ext cx="453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C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0ACA7466-9C80-3E89-E6D6-E97A73C6FFA8}"/>
                </a:ext>
              </a:extLst>
            </p:cNvPr>
            <p:cNvSpPr txBox="1"/>
            <p:nvPr/>
          </p:nvSpPr>
          <p:spPr>
            <a:xfrm>
              <a:off x="7141350" y="5296062"/>
              <a:ext cx="860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clockwise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8B484537-B9CD-25BC-DD89-F35C203A5573}"/>
                </a:ext>
              </a:extLst>
            </p:cNvPr>
            <p:cNvSpPr txBox="1"/>
            <p:nvPr/>
          </p:nvSpPr>
          <p:spPr>
            <a:xfrm>
              <a:off x="8699160" y="5288809"/>
              <a:ext cx="1453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counter-clockwise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A24723E6-DA6B-3DF4-7C45-6B8D7316B164}"/>
                </a:ext>
              </a:extLst>
            </p:cNvPr>
            <p:cNvSpPr txBox="1"/>
            <p:nvPr/>
          </p:nvSpPr>
          <p:spPr>
            <a:xfrm>
              <a:off x="10575945" y="5309943"/>
              <a:ext cx="7319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colinear</a:t>
              </a:r>
            </a:p>
          </p:txBody>
        </p: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898B9435-9DB3-67C0-072D-04E5341AB5BE}"/>
              </a:ext>
            </a:extLst>
          </p:cNvPr>
          <p:cNvSpPr txBox="1"/>
          <p:nvPr/>
        </p:nvSpPr>
        <p:spPr>
          <a:xfrm>
            <a:off x="961483" y="6543503"/>
            <a:ext cx="1073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overlapping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CA55AE9-2962-D895-4D16-35ECD2EC08D6}"/>
              </a:ext>
            </a:extLst>
          </p:cNvPr>
          <p:cNvSpPr txBox="1"/>
          <p:nvPr/>
        </p:nvSpPr>
        <p:spPr>
          <a:xfrm>
            <a:off x="2602302" y="6543503"/>
            <a:ext cx="1508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not overlapping</a:t>
            </a:r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C943D3C3-4CDE-0431-BE97-E8A61359CF39}"/>
              </a:ext>
            </a:extLst>
          </p:cNvPr>
          <p:cNvCxnSpPr>
            <a:cxnSpLocks/>
          </p:cNvCxnSpPr>
          <p:nvPr/>
        </p:nvCxnSpPr>
        <p:spPr>
          <a:xfrm>
            <a:off x="6409612" y="3711307"/>
            <a:ext cx="440254" cy="90442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BD626BF4-74DB-C0FA-9BB8-E21DB42634CF}"/>
                  </a:ext>
                </a:extLst>
              </p:cNvPr>
              <p:cNvSpPr txBox="1"/>
              <p:nvPr/>
            </p:nvSpPr>
            <p:spPr>
              <a:xfrm>
                <a:off x="6853740" y="4644340"/>
                <a:ext cx="18024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BD626BF4-74DB-C0FA-9BB8-E21DB4263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740" y="4644340"/>
                <a:ext cx="180241" cy="184666"/>
              </a:xfrm>
              <a:prstGeom prst="rect">
                <a:avLst/>
              </a:prstGeom>
              <a:blipFill>
                <a:blip r:embed="rId19"/>
                <a:stretch>
                  <a:fillRect l="-20000" r="-1333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F2F22DDB-FB7A-C34A-D8DB-25CDB697AE81}"/>
                  </a:ext>
                </a:extLst>
              </p:cNvPr>
              <p:cNvSpPr txBox="1"/>
              <p:nvPr/>
            </p:nvSpPr>
            <p:spPr>
              <a:xfrm>
                <a:off x="6212320" y="3454975"/>
                <a:ext cx="1838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F2F22DDB-FB7A-C34A-D8DB-25CDB697A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320" y="3454975"/>
                <a:ext cx="183832" cy="184666"/>
              </a:xfrm>
              <a:prstGeom prst="rect">
                <a:avLst/>
              </a:prstGeom>
              <a:blipFill>
                <a:blip r:embed="rId20"/>
                <a:stretch>
                  <a:fillRect l="-20000" r="-6667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1F5074A3-E0C8-14CE-2E45-1A437768914B}"/>
                  </a:ext>
                </a:extLst>
              </p:cNvPr>
              <p:cNvSpPr txBox="1"/>
              <p:nvPr/>
            </p:nvSpPr>
            <p:spPr>
              <a:xfrm>
                <a:off x="5730759" y="3158671"/>
                <a:ext cx="1999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1F5074A3-E0C8-14CE-2E45-1A4377689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759" y="3158671"/>
                <a:ext cx="199927" cy="184666"/>
              </a:xfrm>
              <a:prstGeom prst="rect">
                <a:avLst/>
              </a:prstGeom>
              <a:blipFill>
                <a:blip r:embed="rId21"/>
                <a:stretch>
                  <a:fillRect l="-23529" r="-5882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A57266B0-3B60-B7C5-CD13-D5D6EEFAEF56}"/>
              </a:ext>
            </a:extLst>
          </p:cNvPr>
          <p:cNvGrpSpPr/>
          <p:nvPr/>
        </p:nvGrpSpPr>
        <p:grpSpPr>
          <a:xfrm>
            <a:off x="5930686" y="3158671"/>
            <a:ext cx="1230615" cy="184666"/>
            <a:chOff x="5916914" y="3775863"/>
            <a:chExt cx="1230615" cy="184666"/>
          </a:xfrm>
        </p:grpSpPr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F5430A0B-CF82-E6C8-9F8A-D340DE0021C2}"/>
                </a:ext>
              </a:extLst>
            </p:cNvPr>
            <p:cNvCxnSpPr/>
            <p:nvPr/>
          </p:nvCxnSpPr>
          <p:spPr>
            <a:xfrm>
              <a:off x="5950230" y="3892392"/>
              <a:ext cx="951876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41BFF106-723E-D958-1C0F-66E8757FCDD0}"/>
                    </a:ext>
                  </a:extLst>
                </p:cNvPr>
                <p:cNvSpPr txBox="1"/>
                <p:nvPr/>
              </p:nvSpPr>
              <p:spPr>
                <a:xfrm>
                  <a:off x="6944012" y="3775863"/>
                  <a:ext cx="20351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41BFF106-723E-D958-1C0F-66E8757FC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4012" y="3775863"/>
                  <a:ext cx="203517" cy="184666"/>
                </a:xfrm>
                <a:prstGeom prst="rect">
                  <a:avLst/>
                </a:prstGeom>
                <a:blipFill>
                  <a:blip r:embed="rId22"/>
                  <a:stretch>
                    <a:fillRect l="-23529" r="-11765"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EEA92A1E-D4E2-8B5C-26BA-EB79502341EF}"/>
                </a:ext>
              </a:extLst>
            </p:cNvPr>
            <p:cNvSpPr/>
            <p:nvPr/>
          </p:nvSpPr>
          <p:spPr>
            <a:xfrm>
              <a:off x="5916914" y="3856392"/>
              <a:ext cx="72000" cy="72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900F1ABB-1CF6-F58D-0E98-820101CBF84B}"/>
                </a:ext>
              </a:extLst>
            </p:cNvPr>
            <p:cNvSpPr/>
            <p:nvPr/>
          </p:nvSpPr>
          <p:spPr>
            <a:xfrm>
              <a:off x="6845753" y="3856392"/>
              <a:ext cx="72000" cy="72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203" name="Oval 202">
            <a:extLst>
              <a:ext uri="{FF2B5EF4-FFF2-40B4-BE49-F238E27FC236}">
                <a16:creationId xmlns:a16="http://schemas.microsoft.com/office/drawing/2014/main" id="{A2CB33F7-9321-AFA5-A61A-313492A0A063}"/>
              </a:ext>
            </a:extLst>
          </p:cNvPr>
          <p:cNvSpPr/>
          <p:nvPr/>
        </p:nvSpPr>
        <p:spPr>
          <a:xfrm>
            <a:off x="6373612" y="3675641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F4439300-94E6-8176-3416-C61D7165FCF5}"/>
              </a:ext>
            </a:extLst>
          </p:cNvPr>
          <p:cNvSpPr/>
          <p:nvPr/>
        </p:nvSpPr>
        <p:spPr>
          <a:xfrm>
            <a:off x="6820341" y="4579734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34CBA40E-6EF2-6992-D994-1C304B64CDDF}"/>
              </a:ext>
            </a:extLst>
          </p:cNvPr>
          <p:cNvSpPr txBox="1"/>
          <p:nvPr/>
        </p:nvSpPr>
        <p:spPr>
          <a:xfrm>
            <a:off x="3946927" y="4820712"/>
            <a:ext cx="1073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intersecting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BFB4679D-0BD6-0A6C-80A2-30D32C1A6B01}"/>
              </a:ext>
            </a:extLst>
          </p:cNvPr>
          <p:cNvSpPr txBox="1"/>
          <p:nvPr/>
        </p:nvSpPr>
        <p:spPr>
          <a:xfrm>
            <a:off x="6212320" y="4873715"/>
            <a:ext cx="13330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not intersecting</a:t>
            </a:r>
          </a:p>
        </p:txBody>
      </p:sp>
    </p:spTree>
    <p:extLst>
      <p:ext uri="{BB962C8B-B14F-4D97-AF65-F5344CB8AC3E}">
        <p14:creationId xmlns:p14="http://schemas.microsoft.com/office/powerpoint/2010/main" val="205588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circles and green lines&#10;&#10;AI-generated content may be incorrect.">
            <a:extLst>
              <a:ext uri="{FF2B5EF4-FFF2-40B4-BE49-F238E27FC236}">
                <a16:creationId xmlns:a16="http://schemas.microsoft.com/office/drawing/2014/main" id="{B3D58153-75CA-7745-F646-268E96C72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53" y="1323415"/>
            <a:ext cx="5588000" cy="36195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5BB94D3-42DA-D7AE-3BDC-18C0221FD515}"/>
              </a:ext>
            </a:extLst>
          </p:cNvPr>
          <p:cNvGrpSpPr/>
          <p:nvPr/>
        </p:nvGrpSpPr>
        <p:grpSpPr>
          <a:xfrm>
            <a:off x="8349725" y="2634101"/>
            <a:ext cx="2590263" cy="1896149"/>
            <a:chOff x="8716516" y="2927657"/>
            <a:chExt cx="3993372" cy="28394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0DA3610-2176-1129-5F8A-F5763275E98C}"/>
                </a:ext>
              </a:extLst>
            </p:cNvPr>
            <p:cNvGrpSpPr/>
            <p:nvPr/>
          </p:nvGrpSpPr>
          <p:grpSpPr>
            <a:xfrm>
              <a:off x="8716516" y="2927657"/>
              <a:ext cx="3392905" cy="2839480"/>
              <a:chOff x="8716516" y="2927657"/>
              <a:chExt cx="3392905" cy="2839480"/>
            </a:xfrm>
          </p:grpSpPr>
          <p:pic>
            <p:nvPicPr>
              <p:cNvPr id="7" name="Picture 4" descr="Image result for curved arrow">
                <a:extLst>
                  <a:ext uri="{FF2B5EF4-FFF2-40B4-BE49-F238E27FC236}">
                    <a16:creationId xmlns:a16="http://schemas.microsoft.com/office/drawing/2014/main" id="{47C946D0-0CD7-6C54-CB9D-9240A8BF08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7481367">
                <a:off x="10864445" y="3228540"/>
                <a:ext cx="897048" cy="96764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D2E9BE0-9A4C-40B4-625D-E130305525D1}"/>
                  </a:ext>
                </a:extLst>
              </p:cNvPr>
              <p:cNvSpPr/>
              <p:nvPr/>
            </p:nvSpPr>
            <p:spPr>
              <a:xfrm>
                <a:off x="9512969" y="2927657"/>
                <a:ext cx="1800000" cy="180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62616D0-A515-5F39-1C54-7F7490BD915C}"/>
                  </a:ext>
                </a:extLst>
              </p:cNvPr>
              <p:cNvSpPr/>
              <p:nvPr/>
            </p:nvSpPr>
            <p:spPr>
              <a:xfrm>
                <a:off x="8716516" y="4727657"/>
                <a:ext cx="3392905" cy="1039480"/>
              </a:xfrm>
              <a:prstGeom prst="rect">
                <a:avLst/>
              </a:prstGeom>
              <a:gradFill flip="none" rotWithShape="1">
                <a:gsLst>
                  <a:gs pos="49000">
                    <a:schemeClr val="bg1"/>
                  </a:gs>
                  <a:gs pos="100000">
                    <a:schemeClr val="accent5">
                      <a:lumMod val="6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282FE7DB-D6EA-0259-7F75-B26381AEB14E}"/>
                  </a:ext>
                </a:extLst>
              </p:cNvPr>
              <p:cNvCxnSpPr/>
              <p:nvPr/>
            </p:nvCxnSpPr>
            <p:spPr>
              <a:xfrm>
                <a:off x="9819327" y="3134492"/>
                <a:ext cx="641703" cy="69316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B76C4B-08B1-3EAC-A0FF-39A83A522A6A}"/>
                  </a:ext>
                </a:extLst>
              </p:cNvPr>
              <p:cNvSpPr txBox="1"/>
              <p:nvPr/>
            </p:nvSpPr>
            <p:spPr>
              <a:xfrm>
                <a:off x="10180400" y="3129117"/>
                <a:ext cx="5277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r</a:t>
                </a:r>
              </a:p>
              <a:p>
                <a:endParaRPr lang="en-GB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DFD7044-7745-9F60-CDD7-98F2F92A2D8C}"/>
                    </a:ext>
                  </a:extLst>
                </p:cNvPr>
                <p:cNvSpPr txBox="1"/>
                <p:nvPr/>
              </p:nvSpPr>
              <p:spPr>
                <a:xfrm>
                  <a:off x="10657805" y="3539412"/>
                  <a:ext cx="2052083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en-GB" b="0">
                    <a:ea typeface="Cambria Math" panose="02040503050406030204" pitchFamily="18" charset="0"/>
                  </a:endParaRPr>
                </a:p>
                <a:p>
                  <a:endParaRPr lang="en-GB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DFD7044-7745-9F60-CDD7-98F2F92A2D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7805" y="3539412"/>
                  <a:ext cx="2052083" cy="646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F7429F0-B60D-A975-4D0F-D190CBC16DD5}"/>
                  </a:ext>
                </a:extLst>
              </p:cNvPr>
              <p:cNvSpPr/>
              <p:nvPr/>
            </p:nvSpPr>
            <p:spPr>
              <a:xfrm>
                <a:off x="9020219" y="2063395"/>
                <a:ext cx="8597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i="1">
                              <a:latin typeface="Cambria Math" charset="0"/>
                            </a:rPr>
                            <m:t>𝑤h𝑒𝑒𝑙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F7429F0-B60D-A975-4D0F-D190CBC16D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219" y="2063395"/>
                <a:ext cx="85978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264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Macintosh PowerPoint</Application>
  <PresentationFormat>Widescreen</PresentationFormat>
  <Paragraphs>39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Hemma Philamore</dc:creator>
  <cp:lastModifiedBy>Hemma Philamore</cp:lastModifiedBy>
  <cp:revision>1</cp:revision>
  <dcterms:created xsi:type="dcterms:W3CDTF">2025-11-20T10:23:58Z</dcterms:created>
  <dcterms:modified xsi:type="dcterms:W3CDTF">2025-11-20T22:35:21Z</dcterms:modified>
</cp:coreProperties>
</file>